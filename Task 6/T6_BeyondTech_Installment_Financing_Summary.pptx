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5117" r:id="rId4"/>
  </p:sldMasterIdLst>
  <p:notesMasterIdLst>
    <p:notesMasterId r:id="rId6"/>
  </p:notesMasterIdLst>
  <p:handoutMasterIdLst>
    <p:handoutMasterId r:id="rId7"/>
  </p:handoutMasterIdLst>
  <p:sldIdLst>
    <p:sldId id="338" r:id="rId5"/>
  </p:sldIdLst>
  <p:sldSz cx="12192000" cy="6858000"/>
  <p:notesSz cx="6950075" cy="9236075"/>
  <p:custShowLst>
    <p:custShow name="Format Guide Workshop" id="0">
      <p:sldLst/>
    </p:custShow>
  </p:custShowLst>
  <p:custDataLst>
    <p:tags r:id="rId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70782F0-208F-5F22-BC4E-8938E8BAC7FC}" name="Schupe, Laura" initials="SL" userId="Schupe, Laura"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8B85E3D-4916-4849-B4A2-C0FA57E28198}" v="1" dt="2025-04-28T17:08:26.38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91" autoAdjust="0"/>
    <p:restoredTop sz="96323" autoAdjust="0"/>
  </p:normalViewPr>
  <p:slideViewPr>
    <p:cSldViewPr snapToGrid="0">
      <p:cViewPr varScale="1">
        <p:scale>
          <a:sx n="82" d="100"/>
          <a:sy n="82" d="100"/>
        </p:scale>
        <p:origin x="629" y="72"/>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0"/>
    </p:cViewPr>
  </p:sorterViewPr>
  <p:notesViewPr>
    <p:cSldViewPr snapToGrid="0">
      <p:cViewPr>
        <p:scale>
          <a:sx n="75" d="100"/>
          <a:sy n="75" d="100"/>
        </p:scale>
        <p:origin x="2574" y="44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 Id="rId14"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3"/>
            <a:ext cx="3011699" cy="463408"/>
          </a:xfrm>
          <a:prstGeom prst="rect">
            <a:avLst/>
          </a:prstGeom>
        </p:spPr>
        <p:txBody>
          <a:bodyPr vert="horz" lIns="92492" tIns="46246" rIns="92492" bIns="46246" rtlCol="0"/>
          <a:lstStyle>
            <a:lvl1pPr algn="l">
              <a:defRPr sz="1200"/>
            </a:lvl1pPr>
          </a:lstStyle>
          <a:p>
            <a:endParaRPr lang="en-US" sz="800" dirty="0"/>
          </a:p>
        </p:txBody>
      </p:sp>
      <p:sp>
        <p:nvSpPr>
          <p:cNvPr id="3" name="Date Placeholder 2"/>
          <p:cNvSpPr>
            <a:spLocks noGrp="1"/>
          </p:cNvSpPr>
          <p:nvPr>
            <p:ph type="dt" sz="quarter" idx="1"/>
          </p:nvPr>
        </p:nvSpPr>
        <p:spPr>
          <a:xfrm>
            <a:off x="3936770" y="3"/>
            <a:ext cx="3011699" cy="463408"/>
          </a:xfrm>
          <a:prstGeom prst="rect">
            <a:avLst/>
          </a:prstGeom>
        </p:spPr>
        <p:txBody>
          <a:bodyPr vert="horz" lIns="92492" tIns="46246" rIns="92492" bIns="46246" rtlCol="0"/>
          <a:lstStyle>
            <a:lvl1pPr algn="r">
              <a:defRPr sz="1200"/>
            </a:lvl1pPr>
          </a:lstStyle>
          <a:p>
            <a:fld id="{57691E93-EF64-46CC-85E2-BBB5BEDB9501}" type="datetimeFigureOut">
              <a:rPr lang="en-US" sz="800"/>
              <a:t>5/10/2026</a:t>
            </a:fld>
            <a:endParaRPr lang="en-US" sz="800" dirty="0"/>
          </a:p>
        </p:txBody>
      </p:sp>
      <p:sp>
        <p:nvSpPr>
          <p:cNvPr id="4" name="Footer Placeholder 3"/>
          <p:cNvSpPr>
            <a:spLocks noGrp="1"/>
          </p:cNvSpPr>
          <p:nvPr>
            <p:ph type="ftr" sz="quarter" idx="2"/>
          </p:nvPr>
        </p:nvSpPr>
        <p:spPr>
          <a:xfrm>
            <a:off x="2" y="8772671"/>
            <a:ext cx="3011699" cy="463407"/>
          </a:xfrm>
          <a:prstGeom prst="rect">
            <a:avLst/>
          </a:prstGeom>
        </p:spPr>
        <p:txBody>
          <a:bodyPr vert="horz" lIns="92492" tIns="46246" rIns="92492" bIns="46246" rtlCol="0" anchor="b"/>
          <a:lstStyle>
            <a:lvl1pPr algn="l">
              <a:defRPr sz="1200"/>
            </a:lvl1pPr>
          </a:lstStyle>
          <a:p>
            <a:endParaRPr lang="en-US" sz="800" dirty="0"/>
          </a:p>
        </p:txBody>
      </p:sp>
      <p:sp>
        <p:nvSpPr>
          <p:cNvPr id="5" name="Slide Number Placeholder 4"/>
          <p:cNvSpPr>
            <a:spLocks noGrp="1"/>
          </p:cNvSpPr>
          <p:nvPr>
            <p:ph type="sldNum" sz="quarter" idx="3"/>
          </p:nvPr>
        </p:nvSpPr>
        <p:spPr>
          <a:xfrm>
            <a:off x="3936770" y="8772671"/>
            <a:ext cx="3011699" cy="463407"/>
          </a:xfrm>
          <a:prstGeom prst="rect">
            <a:avLst/>
          </a:prstGeom>
        </p:spPr>
        <p:txBody>
          <a:bodyPr vert="horz" lIns="92492" tIns="46246" rIns="92492" bIns="46246" rtlCol="0" anchor="b"/>
          <a:lstStyle>
            <a:lvl1pPr algn="r">
              <a:defRPr sz="1200"/>
            </a:lvl1pPr>
          </a:lstStyle>
          <a:p>
            <a:fld id="{3DCECA85-2A7A-423F-89EA-6868CB52DF19}" type="slidenum">
              <a:rPr lang="en-US" sz="800"/>
              <a:t>‹#›</a:t>
            </a:fld>
            <a:endParaRPr lang="en-US" sz="800" dirty="0"/>
          </a:p>
        </p:txBody>
      </p:sp>
    </p:spTree>
    <p:extLst>
      <p:ext uri="{BB962C8B-B14F-4D97-AF65-F5344CB8AC3E}">
        <p14:creationId xmlns:p14="http://schemas.microsoft.com/office/powerpoint/2010/main" val="17093775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5" name="Rectangle 54"/>
          <p:cNvSpPr/>
          <p:nvPr/>
        </p:nvSpPr>
        <p:spPr>
          <a:xfrm>
            <a:off x="0" y="4410720"/>
            <a:ext cx="6948467" cy="482535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2492" tIns="46246" rIns="92492" bIns="46246" rtlCol="0" anchor="ctr"/>
          <a:lstStyle/>
          <a:p>
            <a:pPr algn="ctr"/>
            <a:endParaRPr lang="en-US" dirty="0"/>
          </a:p>
        </p:txBody>
      </p:sp>
      <p:sp>
        <p:nvSpPr>
          <p:cNvPr id="2" name="Header Placeholder 1"/>
          <p:cNvSpPr>
            <a:spLocks noGrp="1"/>
          </p:cNvSpPr>
          <p:nvPr>
            <p:ph type="hdr" sz="quarter"/>
          </p:nvPr>
        </p:nvSpPr>
        <p:spPr>
          <a:xfrm>
            <a:off x="82427" y="3"/>
            <a:ext cx="2929274" cy="463408"/>
          </a:xfrm>
          <a:prstGeom prst="rect">
            <a:avLst/>
          </a:prstGeom>
        </p:spPr>
        <p:txBody>
          <a:bodyPr vert="horz" lIns="92492" tIns="46246" rIns="92492" bIns="46246" rtlCol="0"/>
          <a:lstStyle>
            <a:lvl1pPr algn="l">
              <a:defRPr sz="1400"/>
            </a:lvl1pPr>
          </a:lstStyle>
          <a:p>
            <a:endParaRPr lang="en-US" dirty="0"/>
          </a:p>
        </p:txBody>
      </p:sp>
      <p:sp>
        <p:nvSpPr>
          <p:cNvPr id="4" name="Slide Image Placeholder 3"/>
          <p:cNvSpPr>
            <a:spLocks noGrp="1" noRot="1" noChangeAspect="1"/>
          </p:cNvSpPr>
          <p:nvPr>
            <p:ph type="sldImg" idx="2"/>
          </p:nvPr>
        </p:nvSpPr>
        <p:spPr>
          <a:xfrm>
            <a:off x="156103" y="575009"/>
            <a:ext cx="6620256" cy="3724113"/>
          </a:xfrm>
          <a:prstGeom prst="rect">
            <a:avLst/>
          </a:prstGeom>
          <a:noFill/>
          <a:ln w="9525">
            <a:solidFill>
              <a:schemeClr val="bg2"/>
            </a:solidFill>
          </a:ln>
        </p:spPr>
        <p:txBody>
          <a:bodyPr vert="horz" lIns="92492" tIns="46246" rIns="92492" bIns="46246" rtlCol="0" anchor="ctr"/>
          <a:lstStyle/>
          <a:p>
            <a:endParaRPr lang="en-US" dirty="0"/>
          </a:p>
        </p:txBody>
      </p:sp>
      <p:sp>
        <p:nvSpPr>
          <p:cNvPr id="6" name="Footer Placeholder 5"/>
          <p:cNvSpPr>
            <a:spLocks noGrp="1"/>
          </p:cNvSpPr>
          <p:nvPr>
            <p:ph type="ftr" sz="quarter" idx="4"/>
          </p:nvPr>
        </p:nvSpPr>
        <p:spPr>
          <a:xfrm>
            <a:off x="82427" y="8744096"/>
            <a:ext cx="2929274" cy="463407"/>
          </a:xfrm>
          <a:prstGeom prst="rect">
            <a:avLst/>
          </a:prstGeom>
        </p:spPr>
        <p:txBody>
          <a:bodyPr vert="horz" lIns="92492" tIns="46246" rIns="92492" bIns="46246" rtlCol="0" anchor="b"/>
          <a:lstStyle>
            <a:lvl1pPr algn="l">
              <a:defRPr sz="1400"/>
            </a:lvl1pPr>
          </a:lstStyle>
          <a:p>
            <a:endParaRPr lang="en-US" dirty="0"/>
          </a:p>
        </p:txBody>
      </p:sp>
      <p:sp>
        <p:nvSpPr>
          <p:cNvPr id="7" name="Slide Number Placeholder 6"/>
          <p:cNvSpPr>
            <a:spLocks noGrp="1"/>
          </p:cNvSpPr>
          <p:nvPr>
            <p:ph type="sldNum" sz="quarter" idx="5"/>
          </p:nvPr>
        </p:nvSpPr>
        <p:spPr>
          <a:xfrm>
            <a:off x="3936770" y="8744096"/>
            <a:ext cx="2919957" cy="463407"/>
          </a:xfrm>
          <a:prstGeom prst="rect">
            <a:avLst/>
          </a:prstGeom>
        </p:spPr>
        <p:txBody>
          <a:bodyPr vert="horz" lIns="92492" tIns="46246" rIns="92492" bIns="46246" rtlCol="0" anchor="b"/>
          <a:lstStyle>
            <a:lvl1pPr algn="r">
              <a:defRPr sz="1400"/>
            </a:lvl1pPr>
          </a:lstStyle>
          <a:p>
            <a:r>
              <a:rPr lang="en-US" dirty="0"/>
              <a:t>Notes view: </a:t>
            </a:r>
            <a:fld id="{128CEAFE-FA94-43E5-B0FF-D47E1CCDD1B4}" type="slidenum">
              <a:rPr lang="en-US" smtClean="0"/>
              <a:pPr/>
              <a:t>‹#›</a:t>
            </a:fld>
            <a:endParaRPr lang="en-US" dirty="0"/>
          </a:p>
        </p:txBody>
      </p:sp>
      <p:sp>
        <p:nvSpPr>
          <p:cNvPr id="5" name="Notes Placeholder 4"/>
          <p:cNvSpPr>
            <a:spLocks noGrp="1"/>
          </p:cNvSpPr>
          <p:nvPr>
            <p:ph type="body" sz="quarter" idx="3"/>
          </p:nvPr>
        </p:nvSpPr>
        <p:spPr>
          <a:xfrm>
            <a:off x="259519" y="4714653"/>
            <a:ext cx="6413424" cy="3768947"/>
          </a:xfrm>
          <a:prstGeom prst="rect">
            <a:avLst/>
          </a:prstGeom>
        </p:spPr>
        <p:txBody>
          <a:bodyPr vert="horz" lIns="92492" tIns="46246" rIns="92492" bIns="46246"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Date Placeholder 7"/>
          <p:cNvSpPr>
            <a:spLocks noGrp="1"/>
          </p:cNvSpPr>
          <p:nvPr>
            <p:ph type="dt" idx="1"/>
          </p:nvPr>
        </p:nvSpPr>
        <p:spPr>
          <a:xfrm>
            <a:off x="3937000" y="0"/>
            <a:ext cx="3011488" cy="463550"/>
          </a:xfrm>
          <a:prstGeom prst="rect">
            <a:avLst/>
          </a:prstGeom>
        </p:spPr>
        <p:txBody>
          <a:bodyPr vert="horz" lIns="91440" tIns="45720" rIns="91440" bIns="45720" rtlCol="0"/>
          <a:lstStyle>
            <a:lvl1pPr algn="r">
              <a:defRPr sz="1200"/>
            </a:lvl1pPr>
          </a:lstStyle>
          <a:p>
            <a:fld id="{F2C7CF5F-7CF3-4DF3-838A-EE34544862CC}" type="datetimeFigureOut">
              <a:rPr lang="en-US" smtClean="0"/>
              <a:t>5/10/2026</a:t>
            </a:fld>
            <a:endParaRPr lang="en-US"/>
          </a:p>
        </p:txBody>
      </p:sp>
    </p:spTree>
    <p:extLst>
      <p:ext uri="{BB962C8B-B14F-4D97-AF65-F5344CB8AC3E}">
        <p14:creationId xmlns:p14="http://schemas.microsoft.com/office/powerpoint/2010/main" val="4173362221"/>
      </p:ext>
    </p:extLst>
  </p:cSld>
  <p:clrMap bg1="lt1" tx1="dk1" bg2="lt2" tx2="dk2" accent1="accent1" accent2="accent2" accent3="accent3" accent4="accent4" accent5="accent5" accent6="accent6" hlink="hlink" folHlink="folHlink"/>
  <p:notesStyle>
    <a:lvl1pPr marL="0" indent="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1pPr>
    <a:lvl2pPr marL="114300" indent="-114300" algn="l" defTabSz="914400" rtl="0" eaLnBrk="1" latinLnBrk="0" hangingPunct="1">
      <a:spcAft>
        <a:spcPts val="600"/>
      </a:spcAft>
      <a:buFont typeface="Arial" panose="020B0604020202020204" pitchFamily="34" charset="0"/>
      <a:buChar char="•"/>
      <a:defRPr sz="1200" kern="1200">
        <a:solidFill>
          <a:schemeClr val="tx1"/>
        </a:solidFill>
        <a:latin typeface="+mn-lt"/>
        <a:ea typeface="+mn-ea"/>
        <a:cs typeface="+mn-cs"/>
      </a:defRPr>
    </a:lvl2pPr>
    <a:lvl3pPr marL="228600" indent="-114300" algn="l" defTabSz="914400" rtl="0" eaLnBrk="1" latinLnBrk="0" hangingPunct="1">
      <a:spcAft>
        <a:spcPts val="600"/>
      </a:spcAft>
      <a:buClr>
        <a:schemeClr val="tx2"/>
      </a:buClr>
      <a:buFont typeface="Arial" panose="020B0604020202020204" pitchFamily="34" charset="0"/>
      <a:buChar char="•"/>
      <a:defRPr sz="1200" kern="1200">
        <a:solidFill>
          <a:schemeClr val="tx1"/>
        </a:solidFill>
        <a:latin typeface="+mn-lt"/>
        <a:ea typeface="+mn-ea"/>
        <a:cs typeface="+mn-cs"/>
      </a:defRPr>
    </a:lvl3pPr>
    <a:lvl4pPr marL="514350" indent="-114300" algn="l" defTabSz="914400" rtl="0" eaLnBrk="1" latinLnBrk="0" hangingPunct="1">
      <a:spcAft>
        <a:spcPts val="600"/>
      </a:spcAft>
      <a:buFont typeface="Arial" panose="020B0604020202020204" pitchFamily="34" charset="0"/>
      <a:buChar char="•"/>
      <a:defRPr sz="1000" kern="1200">
        <a:solidFill>
          <a:schemeClr val="tx1"/>
        </a:solidFill>
        <a:latin typeface="+mn-lt"/>
        <a:ea typeface="+mn-ea"/>
        <a:cs typeface="+mn-cs"/>
      </a:defRPr>
    </a:lvl4pPr>
    <a:lvl5pPr marL="685800" indent="-114300" algn="l" defTabSz="914400" rtl="0" eaLnBrk="1" latinLnBrk="0" hangingPunct="1">
      <a:spcAft>
        <a:spcPts val="600"/>
      </a:spcAft>
      <a:buClr>
        <a:schemeClr val="tx2"/>
      </a:buClr>
      <a:buFont typeface="Arial" panose="020B0604020202020204" pitchFamily="34" charset="0"/>
      <a:buChar char="•"/>
      <a:defRPr sz="1000" i="1"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910" userDrawn="1">
          <p15:clr>
            <a:srgbClr val="F26B43"/>
          </p15:clr>
        </p15:guide>
        <p15:guide id="2" pos="2189" userDrawn="1">
          <p15:clr>
            <a:srgbClr val="F26B43"/>
          </p15:clr>
        </p15:guide>
      </p15:sldGuideLst>
    </p:ext>
  </p:extLst>
</p:notesMaster>
</file>

<file path=ppt/slideLayouts/_rels/slideLayout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5.xml"/><Relationship Id="rId7" Type="http://schemas.openxmlformats.org/officeDocument/2006/relationships/image" Target="../media/image2.emf"/><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oleObject" Target="../embeddings/oleObject2.bin"/><Relationship Id="rId5" Type="http://schemas.openxmlformats.org/officeDocument/2006/relationships/slideMaster" Target="../slideMasters/slideMaster1.xml"/><Relationship Id="rId4" Type="http://schemas.openxmlformats.org/officeDocument/2006/relationships/tags" Target="../tags/tag6.xml"/><Relationship Id="rId9" Type="http://schemas.openxmlformats.org/officeDocument/2006/relationships/image" Target="../media/image4.jpg"/></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7.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8.xml"/></Relationships>
</file>

<file path=ppt/slideLayouts/_rels/slideLayout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0.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2.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3.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14.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15.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6.xml"/></Relationships>
</file>

<file path=ppt/slideLayouts/_rels/slideLayout1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8.png"/><Relationship Id="rId5" Type="http://schemas.openxmlformats.org/officeDocument/2006/relationships/image" Target="../media/image7.emf"/><Relationship Id="rId4" Type="http://schemas.openxmlformats.org/officeDocument/2006/relationships/oleObject" Target="../embeddings/oleObject3.bin"/></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19.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0.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2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23.xml"/></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4.xml"/></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5.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26.xml"/><Relationship Id="rId5" Type="http://schemas.openxmlformats.org/officeDocument/2006/relationships/image" Target="../media/image9.png"/><Relationship Id="rId4" Type="http://schemas.openxmlformats.org/officeDocument/2006/relationships/image" Target="../media/image7.emf"/></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7.xml"/></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8.xml"/></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29.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0.xml"/></Relationships>
</file>

<file path=ppt/slideLayouts/_rels/slideLayout27.xml.rels><?xml version="1.0" encoding="UTF-8" standalone="yes"?>
<Relationships xmlns="http://schemas.openxmlformats.org/package/2006/relationships"><Relationship Id="rId3" Type="http://schemas.openxmlformats.org/officeDocument/2006/relationships/tags" Target="../tags/tag33.xml"/><Relationship Id="rId7" Type="http://schemas.openxmlformats.org/officeDocument/2006/relationships/image" Target="../media/image4.jpg"/><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2.emf"/><Relationship Id="rId5" Type="http://schemas.openxmlformats.org/officeDocument/2006/relationships/oleObject" Target="../embeddings/oleObject4.bin"/><Relationship Id="rId4"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4.xml"/></Relationships>
</file>

<file path=ppt/slideLayouts/_rels/slideLayout29.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tags" Target="../tags/tag37.xml"/><Relationship Id="rId7" Type="http://schemas.openxmlformats.org/officeDocument/2006/relationships/image" Target="../media/image2.emf"/><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oleObject" Target="../embeddings/oleObject5.bin"/><Relationship Id="rId5" Type="http://schemas.openxmlformats.org/officeDocument/2006/relationships/slideMaster" Target="../slideMasters/slideMaster1.xml"/><Relationship Id="rId4" Type="http://schemas.openxmlformats.org/officeDocument/2006/relationships/tags" Target="../tags/tag38.xml"/><Relationship Id="rId9" Type="http://schemas.openxmlformats.org/officeDocument/2006/relationships/image" Target="../media/image4.jpg"/></Relationships>
</file>

<file path=ppt/slideLayouts/_rels/slideLayout3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9.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0.xml"/></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3.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4.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5.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6.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ags" Target="../tags/tag47.xml"/></Relationships>
</file>

<file path=ppt/slideLayouts/_rels/slideLayout4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image" Target="../media/image5.png"/><Relationship Id="rId5" Type="http://schemas.openxmlformats.org/officeDocument/2006/relationships/image" Target="../media/image7.emf"/><Relationship Id="rId4" Type="http://schemas.openxmlformats.org/officeDocument/2006/relationships/oleObject" Target="../embeddings/oleObject3.bin"/></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0.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Master" Target="../slideMasters/slideMaster1.xml"/><Relationship Id="rId1" Type="http://schemas.openxmlformats.org/officeDocument/2006/relationships/tags" Target="../tags/tag5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4.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Master" Target="../slideMasters/slideMaster1.xml"/><Relationship Id="rId1" Type="http://schemas.openxmlformats.org/officeDocument/2006/relationships/tags" Target="../tags/tag56.xml"/></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7.xml"/></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8.xml"/></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9.xml"/><Relationship Id="rId5" Type="http://schemas.openxmlformats.org/officeDocument/2006/relationships/image" Target="../media/image9.png"/><Relationship Id="rId4" Type="http://schemas.openxmlformats.org/officeDocument/2006/relationships/image" Target="../media/image2.emf"/></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0.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Master" Target="../slideMasters/slideMaster1.xml"/><Relationship Id="rId1" Type="http://schemas.openxmlformats.org/officeDocument/2006/relationships/tags" Target="../tags/tag61.xml"/></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2.xml"/></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3.xml"/></Relationships>
</file>

<file path=ppt/slideLayouts/_rels/slideLayout5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4.xml"/></Relationships>
</file>

<file path=ppt/slideLayouts/_rels/slideLayout57.xml.rels><?xml version="1.0" encoding="UTF-8" standalone="yes"?>
<Relationships xmlns="http://schemas.openxmlformats.org/package/2006/relationships"><Relationship Id="rId3" Type="http://schemas.openxmlformats.org/officeDocument/2006/relationships/tags" Target="../tags/tag67.xml"/><Relationship Id="rId7" Type="http://schemas.openxmlformats.org/officeDocument/2006/relationships/image" Target="../media/image4.jpg"/><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image" Target="../media/image2.emf"/><Relationship Id="rId5" Type="http://schemas.openxmlformats.org/officeDocument/2006/relationships/oleObject" Target="../embeddings/oleObject6.bin"/><Relationship Id="rId4"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68.xml"/></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0.xml"/><Relationship Id="rId1" Type="http://schemas.openxmlformats.org/officeDocument/2006/relationships/tags" Target="../tags/tag69.xml"/><Relationship Id="rId5" Type="http://schemas.openxmlformats.org/officeDocument/2006/relationships/image" Target="../media/image1.emf"/><Relationship Id="rId4" Type="http://schemas.openxmlformats.org/officeDocument/2006/relationships/oleObject" Target="../embeddings/oleObject7.bin"/></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71.xml"/><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72.xml"/><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10.bin"/></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76.xml"/><Relationship Id="rId1" Type="http://schemas.openxmlformats.org/officeDocument/2006/relationships/tags" Target="../tags/tag75.xml"/><Relationship Id="rId5" Type="http://schemas.openxmlformats.org/officeDocument/2006/relationships/image" Target="../media/image1.emf"/><Relationship Id="rId4" Type="http://schemas.openxmlformats.org/officeDocument/2006/relationships/oleObject" Target="../embeddings/oleObject11.bin"/></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77.xml"/><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78.xml"/><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14.bin"/></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81.xml"/><Relationship Id="rId5" Type="http://schemas.openxmlformats.org/officeDocument/2006/relationships/image" Target="../media/image5.png"/><Relationship Id="rId4" Type="http://schemas.openxmlformats.org/officeDocument/2006/relationships/image" Target="../media/image1.em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39856122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baseline="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a:prstGeom prst="rect">
            <a:avLst/>
          </a:prstGeom>
        </p:spPr>
        <p:txBody>
          <a:bodyPr anchor="b">
            <a:normAutofit/>
          </a:bodyPr>
          <a:lstStyle>
            <a:lvl1pPr algn="l">
              <a:lnSpc>
                <a:spcPct val="93000"/>
              </a:lnSpc>
              <a:defRPr sz="5400" baseline="0">
                <a:solidFill>
                  <a:schemeClr val="bg1"/>
                </a:solidFill>
                <a:latin typeface="+mj-lt"/>
                <a:sym typeface="Trebuchet MS" panose="020B0603020202020204" pitchFamily="34" charset="0"/>
              </a:defRPr>
            </a:lvl1pPr>
          </a:lstStyle>
          <a:p>
            <a:r>
              <a:rPr lang="en-US" dirty="0"/>
              <a:t>Title in Title Case</a:t>
            </a:r>
          </a:p>
        </p:txBody>
      </p:sp>
      <p:sp>
        <p:nvSpPr>
          <p:cNvPr id="33" name="Freeform 3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15151835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Tree>
    <p:extLst>
      <p:ext uri="{BB962C8B-B14F-4D97-AF65-F5344CB8AC3E}">
        <p14:creationId xmlns:p14="http://schemas.microsoft.com/office/powerpoint/2010/main" val="16573120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a:lstStyle>
            <a:lvl1pPr>
              <a:defRPr sz="3400"/>
            </a:lvl1pPr>
          </a:lstStyle>
          <a:p>
            <a:r>
              <a:rPr lang="en-US" dirty="0"/>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73000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dirty="0"/>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05271040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71232340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dirty="0"/>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5058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884277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59226384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dirty="0"/>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6514967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235241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6328090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72577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6791741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32526878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5" name="Picture 14"/>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92082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29741921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9" name="Picture 8"/>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928717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4380786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6" name="Picture 15"/>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02801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3698657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705580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3796626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8426197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24" imgH="324" progId="TCLayout.ActiveDocument.1">
                  <p:embed/>
                </p:oleObj>
              </mc:Choice>
              <mc:Fallback>
                <p:oleObj name="think-cell Slide" r:id="rId3" imgW="324" imgH="32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12021792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8300739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142520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9023109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2" name="Date Placeholder 1"/>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8249069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73536932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7" name="Freeform 6"/>
          <p:cNvSpPr>
            <a:spLocks noChangeAspect="1"/>
          </p:cNvSpPr>
          <p:nvPr userDrawn="1">
            <p:custDataLst>
              <p:tags r:id="rId3"/>
            </p:custDataLst>
          </p:nvPr>
        </p:nvSpPr>
        <p:spPr bwMode="auto">
          <a:xfrm>
            <a:off x="2676858"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36612475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69599376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665489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384" imgH="384" progId="TCLayout.ActiveDocument.1">
                  <p:embed/>
                </p:oleObj>
              </mc:Choice>
              <mc:Fallback>
                <p:oleObj name="think-cell Slide" r:id="rId6" imgW="384" imgH="384" progId="TCLayout.ActiveDocument.1">
                  <p:embed/>
                  <p:pic>
                    <p:nvPicPr>
                      <p:cNvPr id="0" name=""/>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dirty="0">
              <a:solidFill>
                <a:srgbClr val="FFFFFF"/>
              </a:solidFill>
              <a:latin typeface="Trebuchet MS" panose="020B0603020202020204" pitchFamily="34" charset="0"/>
              <a:ea typeface="+mj-ea"/>
              <a:cs typeface="+mj-cs"/>
              <a:sym typeface="Trebuchet MS" panose="020B0603020202020204" pitchFamily="34" charset="0"/>
            </a:endParaRPr>
          </a:p>
        </p:txBody>
      </p:sp>
      <p:sp>
        <p:nvSpPr>
          <p:cNvPr id="14" name="Rectangle 13"/>
          <p:cNvSpPr/>
          <p:nvPr userDrawn="1"/>
        </p:nvSpPr>
        <p:spPr>
          <a:xfrm>
            <a:off x="0" y="5279183"/>
            <a:ext cx="12192000" cy="1578817"/>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pic>
        <p:nvPicPr>
          <p:cNvPr id="18" name="Picture 17"/>
          <p:cNvPicPr>
            <a:picLocks noChangeAspect="1"/>
          </p:cNvPicPr>
          <p:nvPr userDrawn="1"/>
        </p:nvPicPr>
        <p:blipFill rotWithShape="1">
          <a:blip r:embed="rId8">
            <a:extLst>
              <a:ext uri="{28A0092B-C50C-407E-A947-70E740481C1C}">
                <a14:useLocalDpi xmlns:a14="http://schemas.microsoft.com/office/drawing/2010/main" val="0"/>
              </a:ext>
            </a:extLst>
          </a:blip>
          <a:srcRect l="1731" t="8741" r="102" b="27"/>
          <a:stretch/>
        </p:blipFill>
        <p:spPr>
          <a:xfrm rot="16200000" flipH="1">
            <a:off x="8471921" y="1973272"/>
            <a:ext cx="580573" cy="6858000"/>
          </a:xfrm>
          <a:prstGeom prst="rect">
            <a:avLst/>
          </a:prstGeom>
        </p:spPr>
      </p:pic>
      <p:pic>
        <p:nvPicPr>
          <p:cNvPr id="15" name="TitleAndEndImages"/>
          <p:cNvPicPr>
            <a:picLocks noChangeAspect="1"/>
          </p:cNvPicPr>
          <p:nvPr userDrawn="1">
            <p:custDataLst>
              <p:tags r:id="rId3"/>
            </p:custDataLst>
          </p:nvPr>
        </p:nvPicPr>
        <p:blipFill rotWithShape="1">
          <a:blip r:embed="rId9">
            <a:extLst>
              <a:ext uri="{28A0092B-C50C-407E-A947-70E740481C1C}">
                <a14:useLocalDpi xmlns:a14="http://schemas.microsoft.com/office/drawing/2010/main" val="0"/>
              </a:ext>
            </a:extLst>
          </a:blip>
          <a:srcRect b="23056"/>
          <a:stretch/>
        </p:blipFill>
        <p:spPr>
          <a:xfrm flipH="1">
            <a:off x="0" y="0"/>
            <a:ext cx="12192000" cy="5276850"/>
          </a:xfrm>
          <a:prstGeom prst="rect">
            <a:avLst/>
          </a:prstGeom>
        </p:spPr>
      </p:pic>
      <p:sp>
        <p:nvSpPr>
          <p:cNvPr id="20" name="Picture Placeholder 8"/>
          <p:cNvSpPr>
            <a:spLocks noGrp="1"/>
          </p:cNvSpPr>
          <p:nvPr>
            <p:ph type="pic" sz="quarter" idx="13" hasCustomPrompt="1"/>
          </p:nvPr>
        </p:nvSpPr>
        <p:spPr>
          <a:xfrm>
            <a:off x="9366561" y="5570642"/>
            <a:ext cx="1867935" cy="896833"/>
          </a:xfrm>
          <a:prstGeom prst="rect">
            <a:avLst/>
          </a:prstGeom>
        </p:spPr>
        <p:txBody>
          <a:bodyPr anchor="b"/>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Logo</a:t>
            </a:r>
          </a:p>
        </p:txBody>
      </p:sp>
      <p:sp>
        <p:nvSpPr>
          <p:cNvPr id="21" name="Rectangle 20"/>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22" name="Text Placeholder 6"/>
          <p:cNvSpPr>
            <a:spLocks noGrp="1"/>
          </p:cNvSpPr>
          <p:nvPr>
            <p:ph type="body" sz="quarter" idx="12" hasCustomPrompt="1"/>
          </p:nvPr>
        </p:nvSpPr>
        <p:spPr bwMode="black">
          <a:xfrm>
            <a:off x="1117415" y="6207842"/>
            <a:ext cx="6868800" cy="327148"/>
          </a:xfrm>
          <a:prstGeom prst="rect">
            <a:avLst/>
          </a:prstGeom>
          <a:noFill/>
        </p:spPr>
        <p:txBody>
          <a:bodyPr anchor="ctr"/>
          <a:lstStyle>
            <a:lvl1pPr algn="l">
              <a:lnSpc>
                <a:spcPct val="110000"/>
              </a:lnSpc>
              <a:buNone/>
              <a:defRPr sz="1200" b="1" cap="all" baseline="0">
                <a:solidFill>
                  <a:schemeClr val="accent5"/>
                </a:solidFill>
                <a:latin typeface="+mn-lt"/>
                <a:sym typeface="Trebuchet MS" panose="020B0603020202020204" pitchFamily="34" charset="0"/>
              </a:defRPr>
            </a:lvl1pPr>
            <a:lvl2pPr algn="ctr">
              <a:buNone/>
              <a:defRPr/>
            </a:lvl2pPr>
            <a:lvl3pPr marL="0" indent="0" algn="ctr">
              <a:buNone/>
              <a:defRPr/>
            </a:lvl3pPr>
            <a:lvl4pPr marL="228600" indent="0" algn="ctr">
              <a:buNone/>
              <a:defRPr/>
            </a:lvl4pPr>
            <a:lvl5pPr marL="457200" indent="0" algn="ctr">
              <a:buNone/>
              <a:defRPr/>
            </a:lvl5pPr>
          </a:lstStyle>
          <a:p>
            <a:pPr lvl="0"/>
            <a:r>
              <a:rPr lang="en-US" dirty="0"/>
              <a:t>Click to edit date/place</a:t>
            </a:r>
          </a:p>
        </p:txBody>
      </p:sp>
      <p:sp>
        <p:nvSpPr>
          <p:cNvPr id="26" name="Subtitle 2"/>
          <p:cNvSpPr>
            <a:spLocks noGrp="1"/>
          </p:cNvSpPr>
          <p:nvPr>
            <p:ph type="subTitle" idx="1" hasCustomPrompt="1"/>
          </p:nvPr>
        </p:nvSpPr>
        <p:spPr bwMode="white">
          <a:xfrm>
            <a:off x="1117415" y="5495706"/>
            <a:ext cx="6868800" cy="436195"/>
          </a:xfrm>
          <a:prstGeom prst="rect">
            <a:avLst/>
          </a:prstGeom>
        </p:spPr>
        <p:txBody>
          <a:bodyPr anchor="ctr"/>
          <a:lstStyle>
            <a:lvl1pPr marL="0" indent="0" algn="l">
              <a:lnSpc>
                <a:spcPct val="110000"/>
              </a:lnSpc>
              <a:buNone/>
              <a:defRPr sz="1600">
                <a:solidFill>
                  <a:schemeClr val="bg1"/>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 in sentence case</a:t>
            </a:r>
          </a:p>
        </p:txBody>
      </p:sp>
      <p:sp>
        <p:nvSpPr>
          <p:cNvPr id="27" name="Title 1"/>
          <p:cNvSpPr>
            <a:spLocks noGrp="1"/>
          </p:cNvSpPr>
          <p:nvPr>
            <p:ph type="ctrTitle" hasCustomPrompt="1"/>
          </p:nvPr>
        </p:nvSpPr>
        <p:spPr bwMode="ltGray">
          <a:xfrm>
            <a:off x="1117415" y="1886242"/>
            <a:ext cx="6868800" cy="3138423"/>
          </a:xfrm>
        </p:spPr>
        <p:txBody>
          <a:bodyPr anchor="b">
            <a:normAutofit/>
          </a:bodyPr>
          <a:lstStyle>
            <a:lvl1pPr algn="l">
              <a:lnSpc>
                <a:spcPct val="93000"/>
              </a:lnSpc>
              <a:defRPr sz="5400">
                <a:solidFill>
                  <a:schemeClr val="bg1"/>
                </a:solidFill>
                <a:latin typeface="+mj-lt"/>
                <a:sym typeface="Trebuchet MS" panose="020B0603020202020204" pitchFamily="34" charset="0"/>
              </a:defRPr>
            </a:lvl1pPr>
          </a:lstStyle>
          <a:p>
            <a:r>
              <a:rPr lang="en-US" dirty="0"/>
              <a:t>Title in Title Case</a:t>
            </a:r>
          </a:p>
        </p:txBody>
      </p:sp>
      <p:sp>
        <p:nvSpPr>
          <p:cNvPr id="13" name="Freeform 12"/>
          <p:cNvSpPr>
            <a:spLocks noChangeAspect="1"/>
          </p:cNvSpPr>
          <p:nvPr userDrawn="1">
            <p:custDataLst>
              <p:tags r:id="rId4"/>
            </p:custDataLst>
          </p:nvPr>
        </p:nvSpPr>
        <p:spPr bwMode="auto">
          <a:xfrm>
            <a:off x="1117415" y="1112679"/>
            <a:ext cx="2327644" cy="486479"/>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22069856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dirty="0"/>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40434002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007530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dirty="0"/>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1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8199047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dirty="0"/>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805239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2236646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4829456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7939225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dirty="0"/>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0604520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9301659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dirty="0"/>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dirty="0"/>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lumMod val="50000"/>
                </a:schemeClr>
              </a:solidFill>
              <a:latin typeface="+mn-lt"/>
              <a:ea typeface="+mn-ea"/>
              <a:cs typeface="+mn-cs"/>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2905789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27957162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324" imgH="324" progId="TCLayout.ActiveDocument.1">
                  <p:embed/>
                </p:oleObj>
              </mc:Choice>
              <mc:Fallback>
                <p:oleObj name="think-cell Slide" r:id="rId4" imgW="324" imgH="324" progId="TCLayout.ActiveDocument.1">
                  <p:embed/>
                  <p:pic>
                    <p:nvPicPr>
                      <p:cNvPr id="0" name=""/>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dirty="0">
                <a:solidFill>
                  <a:schemeClr val="tx2"/>
                </a:solidFill>
              </a:rPr>
              <a:t>Click to add title</a:t>
            </a:r>
          </a:p>
        </p:txBody>
      </p:sp>
      <p:sp>
        <p:nvSpPr>
          <p:cNvPr id="14"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2" name="Picture 11"/>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2321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dirty="0"/>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9979161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dirty="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dirty="0"/>
              <a:t>Click to add title</a:t>
            </a: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76992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dirty="0"/>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58935686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2"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698095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7"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10" name="Picture 9"/>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19690273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dirty="0"/>
              <a:t>Click to add title</a:t>
            </a: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1" name="Picture 10"/>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6836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dirty="0"/>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0"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pic>
        <p:nvPicPr>
          <p:cNvPr id="9" name="Picture 8"/>
          <p:cNvPicPr>
            <a:picLocks noChangeAspect="1"/>
          </p:cNvPicPr>
          <p:nvPr userDrawn="1"/>
        </p:nvPicPr>
        <p:blipFill rotWithShape="1">
          <a:blip r:embed="rId3">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9849398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5850758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dirty="0"/>
              <a:t>Click to add big statement text</a:t>
            </a:r>
          </a:p>
        </p:txBody>
      </p:sp>
      <p:sp>
        <p:nvSpPr>
          <p:cNvPr id="9"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93619210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06658069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384" imgH="384" progId="TCLayout.ActiveDocument.1">
                  <p:embed/>
                </p:oleObj>
              </mc:Choice>
              <mc:Fallback>
                <p:oleObj name="think-cell Slide" r:id="rId3" imgW="384" imgH="384" progId="TCLayout.ActiveDocument.1">
                  <p:embed/>
                  <p:pic>
                    <p:nvPicPr>
                      <p:cNvPr id="0" name=""/>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dirty="0">
              <a:latin typeface="+mn-lt"/>
              <a:sym typeface="Trebuchet MS" panose="020B0603020202020204" pitchFamily="34" charset="0"/>
            </a:endParaRPr>
          </a:p>
        </p:txBody>
      </p:sp>
    </p:spTree>
    <p:extLst>
      <p:ext uri="{BB962C8B-B14F-4D97-AF65-F5344CB8AC3E}">
        <p14:creationId xmlns:p14="http://schemas.microsoft.com/office/powerpoint/2010/main" val="37419413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dirty="0"/>
              <a:t>Click to add title</a:t>
            </a: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483755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14"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pic>
        <p:nvPicPr>
          <p:cNvPr id="10" name="Picture 9"/>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39090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dirty="0"/>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2025 by Boston Consulting Group. All rights reserved.</a:t>
            </a:r>
            <a:endParaRPr lang="en-US" sz="700" dirty="0">
              <a:solidFill>
                <a:schemeClr val="bg1"/>
              </a:solidFill>
              <a:latin typeface="+mn-lt"/>
              <a:sym typeface="Trebuchet MS" panose="020B0603020202020204" pitchFamily="34" charset="0"/>
            </a:endParaRP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mn-lt"/>
              <a:ea typeface="+mn-ea"/>
              <a:cs typeface="+mn-cs"/>
              <a:sym typeface="Trebuchet MS" panose="020B0603020202020204" pitchFamily="34" charset="0"/>
            </a:endParaRPr>
          </a:p>
        </p:txBody>
      </p:sp>
      <p:sp>
        <p:nvSpPr>
          <p:cNvPr id="8"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solidFill>
                <a:latin typeface="+mn-lt"/>
                <a:sym typeface="Trebuchet MS" panose="020B0603020202020204" pitchFamily="34" charset="0"/>
              </a:rPr>
              <a:t>Strategy Consulting_Task 5_Stakeholder Map Template.pptx</a:t>
            </a:r>
            <a:endParaRPr lang="en-US" sz="700" dirty="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16408276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6"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15711853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
        <p:nvSpPr>
          <p:cNvPr id="6" name="Rectangle 5"/>
          <p:cNvSpPr/>
          <p:nvPr/>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dirty="0">
                <a:latin typeface="+mn-lt"/>
                <a:sym typeface="Trebuchet MS" panose="020B0603020202020204" pitchFamily="34" charset="0"/>
              </a:rPr>
              <a:t>The services and materials provided by Boston Consulting Group (BCG) are subject to BCG's Standard Terms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to update these materials after the date hereof, notwithstanding that such information may become outdated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inaccurate.</a:t>
            </a:r>
          </a:p>
          <a:p>
            <a:pPr indent="0">
              <a:lnSpc>
                <a:spcPct val="100000"/>
              </a:lnSpc>
            </a:pPr>
            <a:r>
              <a:rPr lang="en-US" sz="900" b="0" dirty="0">
                <a:latin typeface="+mn-lt"/>
                <a:sym typeface="Trebuchet MS" panose="020B0603020202020204" pitchFamily="34" charset="0"/>
              </a:rPr>
              <a:t> </a:t>
            </a:r>
          </a:p>
          <a:p>
            <a:pPr indent="0">
              <a:lnSpc>
                <a:spcPct val="100000"/>
              </a:lnSpc>
            </a:pPr>
            <a:r>
              <a:rPr lang="en-US" sz="900" b="0" dirty="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dirty="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dirty="0">
                <a:latin typeface="+mn-lt"/>
                <a:sym typeface="Trebuchet MS" panose="020B0603020202020204" pitchFamily="34" charset="0"/>
              </a:rPr>
              <a:t>BCG does not provide fairness opinions or valuations of market transactions, and these materials should not be relied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dirty="0">
                <a:latin typeface="+mn-lt"/>
                <a:sym typeface="Trebuchet MS" panose="020B0603020202020204" pitchFamily="34" charset="0"/>
              </a:rPr>
            </a:br>
            <a:r>
              <a:rPr lang="en-US" sz="900" b="0" dirty="0">
                <a:latin typeface="+mn-lt"/>
                <a:sym typeface="Trebuchet MS" panose="020B0603020202020204" pitchFamily="34" charset="0"/>
              </a:rPr>
              <a:t>or operating assumptions will clearly impact the analyses and conclusions.</a:t>
            </a:r>
          </a:p>
        </p:txBody>
      </p:sp>
      <p:sp>
        <p:nvSpPr>
          <p:cNvPr id="7" name="Title 6"/>
          <p:cNvSpPr txBox="1">
            <a:spLocks/>
          </p:cNvSpPr>
          <p:nvPr/>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dirty="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9" name="Straight Connector 8"/>
          <p:cNvCxnSpPr/>
          <p:nvPr/>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p:txBody>
          <a:bodyPr/>
          <a:lstStyle>
            <a:lvl1pPr>
              <a:defRPr>
                <a:latin typeface="+mn-lt"/>
                <a:sym typeface="Trebuchet MS" panose="020B0603020202020204" pitchFamily="34" charset="0"/>
              </a:defRPr>
            </a:lvl1pPr>
          </a:lstStyle>
          <a:p>
            <a:endParaRPr lang="en-US" dirty="0"/>
          </a:p>
        </p:txBody>
      </p:sp>
      <p:sp>
        <p:nvSpPr>
          <p:cNvPr id="1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1"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241322118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875382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5" imgW="384" imgH="384" progId="TCLayout.ActiveDocument.1">
                  <p:embed/>
                </p:oleObj>
              </mc:Choice>
              <mc:Fallback>
                <p:oleObj name="think-cell Slide" r:id="rId5" imgW="384" imgH="384" progId="TCLayout.ActiveDocument.1">
                  <p:embed/>
                  <p:pic>
                    <p:nvPicPr>
                      <p:cNvPr id="0" name=""/>
                      <p:cNvPicPr/>
                      <p:nvPr/>
                    </p:nvPicPr>
                    <p:blipFill>
                      <a:blip r:embed="rId6"/>
                      <a:stretch>
                        <a:fillRect/>
                      </a:stretch>
                    </p:blipFill>
                    <p:spPr>
                      <a:xfrm>
                        <a:off x="1588" y="1588"/>
                        <a:ext cx="1587" cy="1587"/>
                      </a:xfrm>
                      <a:prstGeom prst="rect">
                        <a:avLst/>
                      </a:prstGeom>
                    </p:spPr>
                  </p:pic>
                </p:oleObj>
              </mc:Fallback>
            </mc:AlternateContent>
          </a:graphicData>
        </a:graphic>
      </p:graphicFrame>
      <p:pic>
        <p:nvPicPr>
          <p:cNvPr id="9" name="TitleAndEndImages"/>
          <p:cNvPicPr>
            <a:picLocks noChangeAspect="1"/>
          </p:cNvPicPr>
          <p:nvPr userDrawn="1">
            <p:custDataLst>
              <p:tags r:id="rId2"/>
            </p:custDataLst>
          </p:nvPr>
        </p:nvPicPr>
        <p:blipFill>
          <a:blip r:embed="rId7">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8" name="Rectangle 7"/>
          <p:cNvSpPr/>
          <p:nvPr userDrawn="1"/>
        </p:nvSpPr>
        <p:spPr bwMode="black">
          <a:xfrm>
            <a:off x="630936" y="626200"/>
            <a:ext cx="8125200" cy="5529600"/>
          </a:xfrm>
          <a:prstGeom prst="rect">
            <a:avLst/>
          </a:prstGeom>
          <a:gradFill flip="none" rotWithShape="1">
            <a:gsLst>
              <a:gs pos="0">
                <a:schemeClr val="accent1">
                  <a:alpha val="90000"/>
                </a:schemeClr>
              </a:gs>
              <a:gs pos="100000">
                <a:schemeClr val="tx2">
                  <a:alpha val="90000"/>
                </a:schemeClr>
              </a:gs>
            </a:gsLst>
            <a:lin ang="189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lvl="0" algn="ctr">
              <a:lnSpc>
                <a:spcPct val="95000"/>
              </a:lnSpc>
            </a:pPr>
            <a:endParaRPr lang="en-US" sz="2000" dirty="0">
              <a:solidFill>
                <a:prstClr val="white"/>
              </a:solidFill>
              <a:latin typeface="+mn-lt"/>
              <a:sym typeface="Trebuchet MS" panose="020B0603020202020204" pitchFamily="34" charset="0"/>
            </a:endParaRPr>
          </a:p>
        </p:txBody>
      </p:sp>
      <p:sp>
        <p:nvSpPr>
          <p:cNvPr id="15" name="TextBox 14"/>
          <p:cNvSpPr txBox="1"/>
          <p:nvPr/>
        </p:nvSpPr>
        <p:spPr bwMode="white">
          <a:xfrm>
            <a:off x="924979" y="5715178"/>
            <a:ext cx="840801" cy="170110"/>
          </a:xfrm>
          <a:prstGeom prst="rect">
            <a:avLst/>
          </a:prstGeom>
          <a:noFill/>
        </p:spPr>
        <p:txBody>
          <a:bodyPr wrap="none" lIns="0" tIns="0" rIns="0" bIns="0" rtlCol="0" anchor="b">
            <a:noAutofit/>
          </a:bodyPr>
          <a:lstStyle/>
          <a:p>
            <a:pPr>
              <a:lnSpc>
                <a:spcPct val="90000"/>
              </a:lnSpc>
              <a:spcAft>
                <a:spcPts val="600"/>
              </a:spcAft>
            </a:pPr>
            <a:r>
              <a:rPr lang="en-US" sz="1200" dirty="0">
                <a:solidFill>
                  <a:schemeClr val="bg1"/>
                </a:solidFill>
                <a:latin typeface="+mn-lt"/>
                <a:sym typeface="Trebuchet MS" panose="020B0603020202020204" pitchFamily="34" charset="0"/>
              </a:rPr>
              <a:t>bcg.com</a:t>
            </a:r>
          </a:p>
        </p:txBody>
      </p:sp>
      <p:sp>
        <p:nvSpPr>
          <p:cNvPr id="10" name="Freeform 9"/>
          <p:cNvSpPr>
            <a:spLocks noChangeAspect="1"/>
          </p:cNvSpPr>
          <p:nvPr userDrawn="1">
            <p:custDataLst>
              <p:tags r:id="rId3"/>
            </p:custDataLst>
          </p:nvPr>
        </p:nvSpPr>
        <p:spPr bwMode="auto">
          <a:xfrm>
            <a:off x="2676857" y="2969513"/>
            <a:ext cx="4033357" cy="842974"/>
          </a:xfrm>
          <a:custGeom>
            <a:avLst/>
            <a:gdLst>
              <a:gd name="connsiteX0" fmla="*/ 8982072 w 11499847"/>
              <a:gd name="connsiteY0" fmla="*/ 1919288 h 2403475"/>
              <a:gd name="connsiteX1" fmla="*/ 8982072 w 11499847"/>
              <a:gd name="connsiteY1" fmla="*/ 2105026 h 2403475"/>
              <a:gd name="connsiteX2" fmla="*/ 9098233 w 11499847"/>
              <a:gd name="connsiteY2" fmla="*/ 2105026 h 2403475"/>
              <a:gd name="connsiteX3" fmla="*/ 9164880 w 11499847"/>
              <a:gd name="connsiteY3" fmla="*/ 2080233 h 2403475"/>
              <a:gd name="connsiteX4" fmla="*/ 9191622 w 11499847"/>
              <a:gd name="connsiteY4" fmla="*/ 2011737 h 2403475"/>
              <a:gd name="connsiteX5" fmla="*/ 9164880 w 11499847"/>
              <a:gd name="connsiteY5" fmla="*/ 1944501 h 2403475"/>
              <a:gd name="connsiteX6" fmla="*/ 9098233 w 11499847"/>
              <a:gd name="connsiteY6" fmla="*/ 1919288 h 2403475"/>
              <a:gd name="connsiteX7" fmla="*/ 8982072 w 11499847"/>
              <a:gd name="connsiteY7" fmla="*/ 1919288 h 2403475"/>
              <a:gd name="connsiteX8" fmla="*/ 7280272 w 11499847"/>
              <a:gd name="connsiteY8" fmla="*/ 1919288 h 2403475"/>
              <a:gd name="connsiteX9" fmla="*/ 7280272 w 11499847"/>
              <a:gd name="connsiteY9" fmla="*/ 2097088 h 2403475"/>
              <a:gd name="connsiteX10" fmla="*/ 7404503 w 11499847"/>
              <a:gd name="connsiteY10" fmla="*/ 2097088 h 2403475"/>
              <a:gd name="connsiteX11" fmla="*/ 7469027 w 11499847"/>
              <a:gd name="connsiteY11" fmla="*/ 2073423 h 2403475"/>
              <a:gd name="connsiteX12" fmla="*/ 7494585 w 11499847"/>
              <a:gd name="connsiteY12" fmla="*/ 2008502 h 2403475"/>
              <a:gd name="connsiteX13" fmla="*/ 7469027 w 11499847"/>
              <a:gd name="connsiteY13" fmla="*/ 1943581 h 2403475"/>
              <a:gd name="connsiteX14" fmla="*/ 7404503 w 11499847"/>
              <a:gd name="connsiteY14" fmla="*/ 1919288 h 2403475"/>
              <a:gd name="connsiteX15" fmla="*/ 7280272 w 11499847"/>
              <a:gd name="connsiteY15" fmla="*/ 1919288 h 2403475"/>
              <a:gd name="connsiteX16" fmla="*/ 7945015 w 11499847"/>
              <a:gd name="connsiteY16" fmla="*/ 1909763 h 2403475"/>
              <a:gd name="connsiteX17" fmla="*/ 7813574 w 11499847"/>
              <a:gd name="connsiteY17" fmla="*/ 1965330 h 2403475"/>
              <a:gd name="connsiteX18" fmla="*/ 7759697 w 11499847"/>
              <a:gd name="connsiteY18" fmla="*/ 2100368 h 2403475"/>
              <a:gd name="connsiteX19" fmla="*/ 7813574 w 11499847"/>
              <a:gd name="connsiteY19" fmla="*/ 2235406 h 2403475"/>
              <a:gd name="connsiteX20" fmla="*/ 7945015 w 11499847"/>
              <a:gd name="connsiteY20" fmla="*/ 2290763 h 2403475"/>
              <a:gd name="connsiteX21" fmla="*/ 8077086 w 11499847"/>
              <a:gd name="connsiteY21" fmla="*/ 2235825 h 2403475"/>
              <a:gd name="connsiteX22" fmla="*/ 8131172 w 11499847"/>
              <a:gd name="connsiteY22" fmla="*/ 2100368 h 2403475"/>
              <a:gd name="connsiteX23" fmla="*/ 8076876 w 11499847"/>
              <a:gd name="connsiteY23" fmla="*/ 1965330 h 2403475"/>
              <a:gd name="connsiteX24" fmla="*/ 7945015 w 11499847"/>
              <a:gd name="connsiteY24" fmla="*/ 1909763 h 2403475"/>
              <a:gd name="connsiteX25" fmla="*/ 8899522 w 11499847"/>
              <a:gd name="connsiteY25" fmla="*/ 1844675 h 2403475"/>
              <a:gd name="connsiteX26" fmla="*/ 9098598 w 11499847"/>
              <a:gd name="connsiteY26" fmla="*/ 1844675 h 2403475"/>
              <a:gd name="connsiteX27" fmla="*/ 9228521 w 11499847"/>
              <a:gd name="connsiteY27" fmla="*/ 1892741 h 2403475"/>
              <a:gd name="connsiteX28" fmla="*/ 9277347 w 11499847"/>
              <a:gd name="connsiteY28" fmla="*/ 2011236 h 2403475"/>
              <a:gd name="connsiteX29" fmla="*/ 9228521 w 11499847"/>
              <a:gd name="connsiteY29" fmla="*/ 2129521 h 2403475"/>
              <a:gd name="connsiteX30" fmla="*/ 9098598 w 11499847"/>
              <a:gd name="connsiteY30" fmla="*/ 2177796 h 2403475"/>
              <a:gd name="connsiteX31" fmla="*/ 8982086 w 11499847"/>
              <a:gd name="connsiteY31" fmla="*/ 2177796 h 2403475"/>
              <a:gd name="connsiteX32" fmla="*/ 8982086 w 11499847"/>
              <a:gd name="connsiteY32" fmla="*/ 2355850 h 2403475"/>
              <a:gd name="connsiteX33" fmla="*/ 8899522 w 11499847"/>
              <a:gd name="connsiteY33" fmla="*/ 2355850 h 2403475"/>
              <a:gd name="connsiteX34" fmla="*/ 8899522 w 11499847"/>
              <a:gd name="connsiteY34" fmla="*/ 1844675 h 2403475"/>
              <a:gd name="connsiteX35" fmla="*/ 8324847 w 11499847"/>
              <a:gd name="connsiteY35" fmla="*/ 1844675 h 2403475"/>
              <a:gd name="connsiteX36" fmla="*/ 8407608 w 11499847"/>
              <a:gd name="connsiteY36" fmla="*/ 1844675 h 2403475"/>
              <a:gd name="connsiteX37" fmla="*/ 8407608 w 11499847"/>
              <a:gd name="connsiteY37" fmla="*/ 2158090 h 2403475"/>
              <a:gd name="connsiteX38" fmla="*/ 8443017 w 11499847"/>
              <a:gd name="connsiteY38" fmla="*/ 2252595 h 2403475"/>
              <a:gd name="connsiteX39" fmla="*/ 8537931 w 11499847"/>
              <a:gd name="connsiteY39" fmla="*/ 2291066 h 2403475"/>
              <a:gd name="connsiteX40" fmla="*/ 8631797 w 11499847"/>
              <a:gd name="connsiteY40" fmla="*/ 2252595 h 2403475"/>
              <a:gd name="connsiteX41" fmla="*/ 8667415 w 11499847"/>
              <a:gd name="connsiteY41" fmla="*/ 2158090 h 2403475"/>
              <a:gd name="connsiteX42" fmla="*/ 8667415 w 11499847"/>
              <a:gd name="connsiteY42" fmla="*/ 1844675 h 2403475"/>
              <a:gd name="connsiteX43" fmla="*/ 8748710 w 11499847"/>
              <a:gd name="connsiteY43" fmla="*/ 1844675 h 2403475"/>
              <a:gd name="connsiteX44" fmla="*/ 8748710 w 11499847"/>
              <a:gd name="connsiteY44" fmla="*/ 2158717 h 2403475"/>
              <a:gd name="connsiteX45" fmla="*/ 8688577 w 11499847"/>
              <a:gd name="connsiteY45" fmla="*/ 2307793 h 2403475"/>
              <a:gd name="connsiteX46" fmla="*/ 8537093 w 11499847"/>
              <a:gd name="connsiteY46" fmla="*/ 2366963 h 2403475"/>
              <a:gd name="connsiteX47" fmla="*/ 8385399 w 11499847"/>
              <a:gd name="connsiteY47" fmla="*/ 2307793 h 2403475"/>
              <a:gd name="connsiteX48" fmla="*/ 8324847 w 11499847"/>
              <a:gd name="connsiteY48" fmla="*/ 2158717 h 2403475"/>
              <a:gd name="connsiteX49" fmla="*/ 8324847 w 11499847"/>
              <a:gd name="connsiteY49" fmla="*/ 1844675 h 2403475"/>
              <a:gd name="connsiteX50" fmla="*/ 7197722 w 11499847"/>
              <a:gd name="connsiteY50" fmla="*/ 1844675 h 2403475"/>
              <a:gd name="connsiteX51" fmla="*/ 7404196 w 11499847"/>
              <a:gd name="connsiteY51" fmla="*/ 1844675 h 2403475"/>
              <a:gd name="connsiteX52" fmla="*/ 7531336 w 11499847"/>
              <a:gd name="connsiteY52" fmla="*/ 1891906 h 2403475"/>
              <a:gd name="connsiteX53" fmla="*/ 7578727 w 11499847"/>
              <a:gd name="connsiteY53" fmla="*/ 2008937 h 2403475"/>
              <a:gd name="connsiteX54" fmla="*/ 7548455 w 11499847"/>
              <a:gd name="connsiteY54" fmla="*/ 2106950 h 2403475"/>
              <a:gd name="connsiteX55" fmla="*/ 7464947 w 11499847"/>
              <a:gd name="connsiteY55" fmla="*/ 2161495 h 2403475"/>
              <a:gd name="connsiteX56" fmla="*/ 7525699 w 11499847"/>
              <a:gd name="connsiteY56" fmla="*/ 2258673 h 2403475"/>
              <a:gd name="connsiteX57" fmla="*/ 7586660 w 11499847"/>
              <a:gd name="connsiteY57" fmla="*/ 2355850 h 2403475"/>
              <a:gd name="connsiteX58" fmla="*/ 7491044 w 11499847"/>
              <a:gd name="connsiteY58" fmla="*/ 2355850 h 2403475"/>
              <a:gd name="connsiteX59" fmla="*/ 7434676 w 11499847"/>
              <a:gd name="connsiteY59" fmla="*/ 2263479 h 2403475"/>
              <a:gd name="connsiteX60" fmla="*/ 7378099 w 11499847"/>
              <a:gd name="connsiteY60" fmla="*/ 2171108 h 2403475"/>
              <a:gd name="connsiteX61" fmla="*/ 7280395 w 11499847"/>
              <a:gd name="connsiteY61" fmla="*/ 2171108 h 2403475"/>
              <a:gd name="connsiteX62" fmla="*/ 7280395 w 11499847"/>
              <a:gd name="connsiteY62" fmla="*/ 2355850 h 2403475"/>
              <a:gd name="connsiteX63" fmla="*/ 7197722 w 11499847"/>
              <a:gd name="connsiteY63" fmla="*/ 2355850 h 2403475"/>
              <a:gd name="connsiteX64" fmla="*/ 7197722 w 11499847"/>
              <a:gd name="connsiteY64" fmla="*/ 1844675 h 2403475"/>
              <a:gd name="connsiteX65" fmla="*/ 7945016 w 11499847"/>
              <a:gd name="connsiteY65" fmla="*/ 1833563 h 2403475"/>
              <a:gd name="connsiteX66" fmla="*/ 8136527 w 11499847"/>
              <a:gd name="connsiteY66" fmla="*/ 1911974 h 2403475"/>
              <a:gd name="connsiteX67" fmla="*/ 8215310 w 11499847"/>
              <a:gd name="connsiteY67" fmla="*/ 2100368 h 2403475"/>
              <a:gd name="connsiteX68" fmla="*/ 8136527 w 11499847"/>
              <a:gd name="connsiteY68" fmla="*/ 2288762 h 2403475"/>
              <a:gd name="connsiteX69" fmla="*/ 7945016 w 11499847"/>
              <a:gd name="connsiteY69" fmla="*/ 2366963 h 2403475"/>
              <a:gd name="connsiteX70" fmla="*/ 7754134 w 11499847"/>
              <a:gd name="connsiteY70" fmla="*/ 2288762 h 2403475"/>
              <a:gd name="connsiteX71" fmla="*/ 7675560 w 11499847"/>
              <a:gd name="connsiteY71" fmla="*/ 2100368 h 2403475"/>
              <a:gd name="connsiteX72" fmla="*/ 7754134 w 11499847"/>
              <a:gd name="connsiteY72" fmla="*/ 1911974 h 2403475"/>
              <a:gd name="connsiteX73" fmla="*/ 7945016 w 11499847"/>
              <a:gd name="connsiteY73" fmla="*/ 1833563 h 2403475"/>
              <a:gd name="connsiteX74" fmla="*/ 6834872 w 11499847"/>
              <a:gd name="connsiteY74" fmla="*/ 1833563 h 2403475"/>
              <a:gd name="connsiteX75" fmla="*/ 6921875 w 11499847"/>
              <a:gd name="connsiteY75" fmla="*/ 1845482 h 2403475"/>
              <a:gd name="connsiteX76" fmla="*/ 6996090 w 11499847"/>
              <a:gd name="connsiteY76" fmla="*/ 1881028 h 2403475"/>
              <a:gd name="connsiteX77" fmla="*/ 6974496 w 11499847"/>
              <a:gd name="connsiteY77" fmla="*/ 1914692 h 2403475"/>
              <a:gd name="connsiteX78" fmla="*/ 6952903 w 11499847"/>
              <a:gd name="connsiteY78" fmla="*/ 1948356 h 2403475"/>
              <a:gd name="connsiteX79" fmla="*/ 6897556 w 11499847"/>
              <a:gd name="connsiteY79" fmla="*/ 1919501 h 2403475"/>
              <a:gd name="connsiteX80" fmla="*/ 6834243 w 11499847"/>
              <a:gd name="connsiteY80" fmla="*/ 1910301 h 2403475"/>
              <a:gd name="connsiteX81" fmla="*/ 6703424 w 11499847"/>
              <a:gd name="connsiteY81" fmla="*/ 1965084 h 2403475"/>
              <a:gd name="connsiteX82" fmla="*/ 6650384 w 11499847"/>
              <a:gd name="connsiteY82" fmla="*/ 2100368 h 2403475"/>
              <a:gd name="connsiteX83" fmla="*/ 6701957 w 11499847"/>
              <a:gd name="connsiteY83" fmla="*/ 2236070 h 2403475"/>
              <a:gd name="connsiteX84" fmla="*/ 6831308 w 11499847"/>
              <a:gd name="connsiteY84" fmla="*/ 2291062 h 2403475"/>
              <a:gd name="connsiteX85" fmla="*/ 6945984 w 11499847"/>
              <a:gd name="connsiteY85" fmla="*/ 2250498 h 2403475"/>
              <a:gd name="connsiteX86" fmla="*/ 6999863 w 11499847"/>
              <a:gd name="connsiteY86" fmla="*/ 2148460 h 2403475"/>
              <a:gd name="connsiteX87" fmla="*/ 6825438 w 11499847"/>
              <a:gd name="connsiteY87" fmla="*/ 2148460 h 2403475"/>
              <a:gd name="connsiteX88" fmla="*/ 6849128 w 11499847"/>
              <a:gd name="connsiteY88" fmla="*/ 2111241 h 2403475"/>
              <a:gd name="connsiteX89" fmla="*/ 6873028 w 11499847"/>
              <a:gd name="connsiteY89" fmla="*/ 2074022 h 2403475"/>
              <a:gd name="connsiteX90" fmla="*/ 7078061 w 11499847"/>
              <a:gd name="connsiteY90" fmla="*/ 2074022 h 2403475"/>
              <a:gd name="connsiteX91" fmla="*/ 7080787 w 11499847"/>
              <a:gd name="connsiteY91" fmla="*/ 2090540 h 2403475"/>
              <a:gd name="connsiteX92" fmla="*/ 7081835 w 11499847"/>
              <a:gd name="connsiteY92" fmla="*/ 2110613 h 2403475"/>
              <a:gd name="connsiteX93" fmla="*/ 7011813 w 11499847"/>
              <a:gd name="connsiteY93" fmla="*/ 2293362 h 2403475"/>
              <a:gd name="connsiteX94" fmla="*/ 6830470 w 11499847"/>
              <a:gd name="connsiteY94" fmla="*/ 2366963 h 2403475"/>
              <a:gd name="connsiteX95" fmla="*/ 6642417 w 11499847"/>
              <a:gd name="connsiteY95" fmla="*/ 2289389 h 2403475"/>
              <a:gd name="connsiteX96" fmla="*/ 6565897 w 11499847"/>
              <a:gd name="connsiteY96" fmla="*/ 2100368 h 2403475"/>
              <a:gd name="connsiteX97" fmla="*/ 6644514 w 11499847"/>
              <a:gd name="connsiteY97" fmla="*/ 1911346 h 2403475"/>
              <a:gd name="connsiteX98" fmla="*/ 6834872 w 11499847"/>
              <a:gd name="connsiteY98" fmla="*/ 1833563 h 2403475"/>
              <a:gd name="connsiteX99" fmla="*/ 501650 w 11499847"/>
              <a:gd name="connsiteY99" fmla="*/ 1403350 h 2403475"/>
              <a:gd name="connsiteX100" fmla="*/ 501650 w 11499847"/>
              <a:gd name="connsiteY100" fmla="*/ 1925638 h 2403475"/>
              <a:gd name="connsiteX101" fmla="*/ 842112 w 11499847"/>
              <a:gd name="connsiteY101" fmla="*/ 1925638 h 2403475"/>
              <a:gd name="connsiteX102" fmla="*/ 1182574 w 11499847"/>
              <a:gd name="connsiteY102" fmla="*/ 1925638 h 2403475"/>
              <a:gd name="connsiteX103" fmla="*/ 1375900 w 11499847"/>
              <a:gd name="connsiteY103" fmla="*/ 1849684 h 2403475"/>
              <a:gd name="connsiteX104" fmla="*/ 1455738 w 11499847"/>
              <a:gd name="connsiteY104" fmla="*/ 1662720 h 2403475"/>
              <a:gd name="connsiteX105" fmla="*/ 1375900 w 11499847"/>
              <a:gd name="connsiteY105" fmla="*/ 1477635 h 2403475"/>
              <a:gd name="connsiteX106" fmla="*/ 1182574 w 11499847"/>
              <a:gd name="connsiteY106" fmla="*/ 1403350 h 2403475"/>
              <a:gd name="connsiteX107" fmla="*/ 501650 w 11499847"/>
              <a:gd name="connsiteY107" fmla="*/ 1403350 h 2403475"/>
              <a:gd name="connsiteX108" fmla="*/ 7349808 w 11499847"/>
              <a:gd name="connsiteY108" fmla="*/ 1012825 h 2403475"/>
              <a:gd name="connsiteX109" fmla="*/ 7218292 w 11499847"/>
              <a:gd name="connsiteY109" fmla="*/ 1067952 h 2403475"/>
              <a:gd name="connsiteX110" fmla="*/ 7164385 w 11499847"/>
              <a:gd name="connsiteY110" fmla="*/ 1202427 h 2403475"/>
              <a:gd name="connsiteX111" fmla="*/ 7218292 w 11499847"/>
              <a:gd name="connsiteY111" fmla="*/ 1336903 h 2403475"/>
              <a:gd name="connsiteX112" fmla="*/ 7349808 w 11499847"/>
              <a:gd name="connsiteY112" fmla="*/ 1392238 h 2403475"/>
              <a:gd name="connsiteX113" fmla="*/ 7481953 w 11499847"/>
              <a:gd name="connsiteY113" fmla="*/ 1337320 h 2403475"/>
              <a:gd name="connsiteX114" fmla="*/ 7535860 w 11499847"/>
              <a:gd name="connsiteY114" fmla="*/ 1202427 h 2403475"/>
              <a:gd name="connsiteX115" fmla="*/ 7481534 w 11499847"/>
              <a:gd name="connsiteY115" fmla="*/ 1067952 h 2403475"/>
              <a:gd name="connsiteX116" fmla="*/ 7349808 w 11499847"/>
              <a:gd name="connsiteY116" fmla="*/ 1012825 h 2403475"/>
              <a:gd name="connsiteX117" fmla="*/ 10448922 w 11499847"/>
              <a:gd name="connsiteY117" fmla="*/ 946150 h 2403475"/>
              <a:gd name="connsiteX118" fmla="*/ 10552110 w 11499847"/>
              <a:gd name="connsiteY118" fmla="*/ 946150 h 2403475"/>
              <a:gd name="connsiteX119" fmla="*/ 10671172 w 11499847"/>
              <a:gd name="connsiteY119" fmla="*/ 1139825 h 2403475"/>
              <a:gd name="connsiteX120" fmla="*/ 10790235 w 11499847"/>
              <a:gd name="connsiteY120" fmla="*/ 1333501 h 2403475"/>
              <a:gd name="connsiteX121" fmla="*/ 10790235 w 11499847"/>
              <a:gd name="connsiteY121" fmla="*/ 946150 h 2403475"/>
              <a:gd name="connsiteX122" fmla="*/ 10869610 w 11499847"/>
              <a:gd name="connsiteY122" fmla="*/ 946150 h 2403475"/>
              <a:gd name="connsiteX123" fmla="*/ 10869610 w 11499847"/>
              <a:gd name="connsiteY123" fmla="*/ 1458913 h 2403475"/>
              <a:gd name="connsiteX124" fmla="*/ 10772772 w 11499847"/>
              <a:gd name="connsiteY124" fmla="*/ 1458913 h 2403475"/>
              <a:gd name="connsiteX125" fmla="*/ 10650535 w 11499847"/>
              <a:gd name="connsiteY125" fmla="*/ 1260475 h 2403475"/>
              <a:gd name="connsiteX126" fmla="*/ 10528297 w 11499847"/>
              <a:gd name="connsiteY126" fmla="*/ 1062038 h 2403475"/>
              <a:gd name="connsiteX127" fmla="*/ 10528297 w 11499847"/>
              <a:gd name="connsiteY127" fmla="*/ 1458913 h 2403475"/>
              <a:gd name="connsiteX128" fmla="*/ 10448922 w 11499847"/>
              <a:gd name="connsiteY128" fmla="*/ 1458913 h 2403475"/>
              <a:gd name="connsiteX129" fmla="*/ 10185397 w 11499847"/>
              <a:gd name="connsiteY129" fmla="*/ 946150 h 2403475"/>
              <a:gd name="connsiteX130" fmla="*/ 10267947 w 11499847"/>
              <a:gd name="connsiteY130" fmla="*/ 946150 h 2403475"/>
              <a:gd name="connsiteX131" fmla="*/ 10267947 w 11499847"/>
              <a:gd name="connsiteY131" fmla="*/ 1458913 h 2403475"/>
              <a:gd name="connsiteX132" fmla="*/ 10185397 w 11499847"/>
              <a:gd name="connsiteY132" fmla="*/ 1458913 h 2403475"/>
              <a:gd name="connsiteX133" fmla="*/ 9656760 w 11499847"/>
              <a:gd name="connsiteY133" fmla="*/ 946150 h 2403475"/>
              <a:gd name="connsiteX134" fmla="*/ 10059985 w 11499847"/>
              <a:gd name="connsiteY134" fmla="*/ 946150 h 2403475"/>
              <a:gd name="connsiteX135" fmla="*/ 10059985 w 11499847"/>
              <a:gd name="connsiteY135" fmla="*/ 1022350 h 2403475"/>
              <a:gd name="connsiteX136" fmla="*/ 9899648 w 11499847"/>
              <a:gd name="connsiteY136" fmla="*/ 1022350 h 2403475"/>
              <a:gd name="connsiteX137" fmla="*/ 9899648 w 11499847"/>
              <a:gd name="connsiteY137" fmla="*/ 1458913 h 2403475"/>
              <a:gd name="connsiteX138" fmla="*/ 9817098 w 11499847"/>
              <a:gd name="connsiteY138" fmla="*/ 1458913 h 2403475"/>
              <a:gd name="connsiteX139" fmla="*/ 9817098 w 11499847"/>
              <a:gd name="connsiteY139" fmla="*/ 1022350 h 2403475"/>
              <a:gd name="connsiteX140" fmla="*/ 9656760 w 11499847"/>
              <a:gd name="connsiteY140" fmla="*/ 1022350 h 2403475"/>
              <a:gd name="connsiteX141" fmla="*/ 9336085 w 11499847"/>
              <a:gd name="connsiteY141" fmla="*/ 946150 h 2403475"/>
              <a:gd name="connsiteX142" fmla="*/ 9418635 w 11499847"/>
              <a:gd name="connsiteY142" fmla="*/ 946150 h 2403475"/>
              <a:gd name="connsiteX143" fmla="*/ 9418635 w 11499847"/>
              <a:gd name="connsiteY143" fmla="*/ 1382713 h 2403475"/>
              <a:gd name="connsiteX144" fmla="*/ 9671048 w 11499847"/>
              <a:gd name="connsiteY144" fmla="*/ 1382713 h 2403475"/>
              <a:gd name="connsiteX145" fmla="*/ 9671048 w 11499847"/>
              <a:gd name="connsiteY145" fmla="*/ 1458913 h 2403475"/>
              <a:gd name="connsiteX146" fmla="*/ 9336085 w 11499847"/>
              <a:gd name="connsiteY146" fmla="*/ 1458913 h 2403475"/>
              <a:gd name="connsiteX147" fmla="*/ 8766172 w 11499847"/>
              <a:gd name="connsiteY147" fmla="*/ 946150 h 2403475"/>
              <a:gd name="connsiteX148" fmla="*/ 8848414 w 11499847"/>
              <a:gd name="connsiteY148" fmla="*/ 946150 h 2403475"/>
              <a:gd name="connsiteX149" fmla="*/ 8848414 w 11499847"/>
              <a:gd name="connsiteY149" fmla="*/ 1260391 h 2403475"/>
              <a:gd name="connsiteX150" fmla="*/ 8883900 w 11499847"/>
              <a:gd name="connsiteY150" fmla="*/ 1355146 h 2403475"/>
              <a:gd name="connsiteX151" fmla="*/ 8978249 w 11499847"/>
              <a:gd name="connsiteY151" fmla="*/ 1393718 h 2403475"/>
              <a:gd name="connsiteX152" fmla="*/ 9071972 w 11499847"/>
              <a:gd name="connsiteY152" fmla="*/ 1355146 h 2403475"/>
              <a:gd name="connsiteX153" fmla="*/ 9107457 w 11499847"/>
              <a:gd name="connsiteY153" fmla="*/ 1260391 h 2403475"/>
              <a:gd name="connsiteX154" fmla="*/ 9107457 w 11499847"/>
              <a:gd name="connsiteY154" fmla="*/ 946150 h 2403475"/>
              <a:gd name="connsiteX155" fmla="*/ 9188447 w 11499847"/>
              <a:gd name="connsiteY155" fmla="*/ 946150 h 2403475"/>
              <a:gd name="connsiteX156" fmla="*/ 9188447 w 11499847"/>
              <a:gd name="connsiteY156" fmla="*/ 1261230 h 2403475"/>
              <a:gd name="connsiteX157" fmla="*/ 9128539 w 11499847"/>
              <a:gd name="connsiteY157" fmla="*/ 1410489 h 2403475"/>
              <a:gd name="connsiteX158" fmla="*/ 8977623 w 11499847"/>
              <a:gd name="connsiteY158" fmla="*/ 1470025 h 2403475"/>
              <a:gd name="connsiteX159" fmla="*/ 8826497 w 11499847"/>
              <a:gd name="connsiteY159" fmla="*/ 1410489 h 2403475"/>
              <a:gd name="connsiteX160" fmla="*/ 8766172 w 11499847"/>
              <a:gd name="connsiteY160" fmla="*/ 1261230 h 2403475"/>
              <a:gd name="connsiteX161" fmla="*/ 8766172 w 11499847"/>
              <a:gd name="connsiteY161" fmla="*/ 946150 h 2403475"/>
              <a:gd name="connsiteX162" fmla="*/ 7737472 w 11499847"/>
              <a:gd name="connsiteY162" fmla="*/ 946150 h 2403475"/>
              <a:gd name="connsiteX163" fmla="*/ 7839072 w 11499847"/>
              <a:gd name="connsiteY163" fmla="*/ 946150 h 2403475"/>
              <a:gd name="connsiteX164" fmla="*/ 7958134 w 11499847"/>
              <a:gd name="connsiteY164" fmla="*/ 1139825 h 2403475"/>
              <a:gd name="connsiteX165" fmla="*/ 8077197 w 11499847"/>
              <a:gd name="connsiteY165" fmla="*/ 1333501 h 2403475"/>
              <a:gd name="connsiteX166" fmla="*/ 8077197 w 11499847"/>
              <a:gd name="connsiteY166" fmla="*/ 946150 h 2403475"/>
              <a:gd name="connsiteX167" fmla="*/ 8156572 w 11499847"/>
              <a:gd name="connsiteY167" fmla="*/ 946150 h 2403475"/>
              <a:gd name="connsiteX168" fmla="*/ 8156572 w 11499847"/>
              <a:gd name="connsiteY168" fmla="*/ 1458913 h 2403475"/>
              <a:gd name="connsiteX169" fmla="*/ 8061322 w 11499847"/>
              <a:gd name="connsiteY169" fmla="*/ 1458913 h 2403475"/>
              <a:gd name="connsiteX170" fmla="*/ 7939084 w 11499847"/>
              <a:gd name="connsiteY170" fmla="*/ 1260475 h 2403475"/>
              <a:gd name="connsiteX171" fmla="*/ 7815259 w 11499847"/>
              <a:gd name="connsiteY171" fmla="*/ 1062038 h 2403475"/>
              <a:gd name="connsiteX172" fmla="*/ 7815259 w 11499847"/>
              <a:gd name="connsiteY172" fmla="*/ 1458913 h 2403475"/>
              <a:gd name="connsiteX173" fmla="*/ 7737472 w 11499847"/>
              <a:gd name="connsiteY173" fmla="*/ 1458913 h 2403475"/>
              <a:gd name="connsiteX174" fmla="*/ 11253544 w 11499847"/>
              <a:gd name="connsiteY174" fmla="*/ 936625 h 2403475"/>
              <a:gd name="connsiteX175" fmla="*/ 11340315 w 11499847"/>
              <a:gd name="connsiteY175" fmla="*/ 948334 h 2403475"/>
              <a:gd name="connsiteX176" fmla="*/ 11414331 w 11499847"/>
              <a:gd name="connsiteY176" fmla="*/ 984090 h 2403475"/>
              <a:gd name="connsiteX177" fmla="*/ 11392795 w 11499847"/>
              <a:gd name="connsiteY177" fmla="*/ 1017545 h 2403475"/>
              <a:gd name="connsiteX178" fmla="*/ 11371260 w 11499847"/>
              <a:gd name="connsiteY178" fmla="*/ 1051209 h 2403475"/>
              <a:gd name="connsiteX179" fmla="*/ 11316270 w 11499847"/>
              <a:gd name="connsiteY179" fmla="*/ 1022354 h 2403475"/>
              <a:gd name="connsiteX180" fmla="*/ 11252917 w 11499847"/>
              <a:gd name="connsiteY180" fmla="*/ 1013363 h 2403475"/>
              <a:gd name="connsiteX181" fmla="*/ 11122657 w 11499847"/>
              <a:gd name="connsiteY181" fmla="*/ 1067936 h 2403475"/>
              <a:gd name="connsiteX182" fmla="*/ 11069549 w 11499847"/>
              <a:gd name="connsiteY182" fmla="*/ 1203221 h 2403475"/>
              <a:gd name="connsiteX183" fmla="*/ 11120984 w 11499847"/>
              <a:gd name="connsiteY183" fmla="*/ 1338923 h 2403475"/>
              <a:gd name="connsiteX184" fmla="*/ 11249990 w 11499847"/>
              <a:gd name="connsiteY184" fmla="*/ 1394124 h 2403475"/>
              <a:gd name="connsiteX185" fmla="*/ 11364360 w 11499847"/>
              <a:gd name="connsiteY185" fmla="*/ 1353350 h 2403475"/>
              <a:gd name="connsiteX186" fmla="*/ 11418095 w 11499847"/>
              <a:gd name="connsiteY186" fmla="*/ 1251521 h 2403475"/>
              <a:gd name="connsiteX187" fmla="*/ 11244136 w 11499847"/>
              <a:gd name="connsiteY187" fmla="*/ 1251521 h 2403475"/>
              <a:gd name="connsiteX188" fmla="*/ 11267971 w 11499847"/>
              <a:gd name="connsiteY188" fmla="*/ 1214303 h 2403475"/>
              <a:gd name="connsiteX189" fmla="*/ 11291598 w 11499847"/>
              <a:gd name="connsiteY189" fmla="*/ 1177084 h 2403475"/>
              <a:gd name="connsiteX190" fmla="*/ 11496083 w 11499847"/>
              <a:gd name="connsiteY190" fmla="*/ 1177084 h 2403475"/>
              <a:gd name="connsiteX191" fmla="*/ 11498802 w 11499847"/>
              <a:gd name="connsiteY191" fmla="*/ 1193393 h 2403475"/>
              <a:gd name="connsiteX192" fmla="*/ 11499847 w 11499847"/>
              <a:gd name="connsiteY192" fmla="*/ 1213466 h 2403475"/>
              <a:gd name="connsiteX193" fmla="*/ 11430222 w 11499847"/>
              <a:gd name="connsiteY193" fmla="*/ 1396215 h 2403475"/>
              <a:gd name="connsiteX194" fmla="*/ 11249154 w 11499847"/>
              <a:gd name="connsiteY194" fmla="*/ 1470025 h 2403475"/>
              <a:gd name="connsiteX195" fmla="*/ 11061813 w 11499847"/>
              <a:gd name="connsiteY195" fmla="*/ 1392242 h 2403475"/>
              <a:gd name="connsiteX196" fmla="*/ 10985497 w 11499847"/>
              <a:gd name="connsiteY196" fmla="*/ 1203221 h 2403475"/>
              <a:gd name="connsiteX197" fmla="*/ 11063695 w 11499847"/>
              <a:gd name="connsiteY197" fmla="*/ 1014408 h 2403475"/>
              <a:gd name="connsiteX198" fmla="*/ 11253544 w 11499847"/>
              <a:gd name="connsiteY198" fmla="*/ 936625 h 2403475"/>
              <a:gd name="connsiteX199" fmla="*/ 8471697 w 11499847"/>
              <a:gd name="connsiteY199" fmla="*/ 936625 h 2403475"/>
              <a:gd name="connsiteX200" fmla="*/ 8556850 w 11499847"/>
              <a:gd name="connsiteY200" fmla="*/ 949798 h 2403475"/>
              <a:gd name="connsiteX201" fmla="*/ 8626729 w 11499847"/>
              <a:gd name="connsiteY201" fmla="*/ 984717 h 2403475"/>
              <a:gd name="connsiteX202" fmla="*/ 8606225 w 11499847"/>
              <a:gd name="connsiteY202" fmla="*/ 1017336 h 2403475"/>
              <a:gd name="connsiteX203" fmla="*/ 8585722 w 11499847"/>
              <a:gd name="connsiteY203" fmla="*/ 1049745 h 2403475"/>
              <a:gd name="connsiteX204" fmla="*/ 8528605 w 11499847"/>
              <a:gd name="connsiteY204" fmla="*/ 1021099 h 2403475"/>
              <a:gd name="connsiteX205" fmla="*/ 8471070 w 11499847"/>
              <a:gd name="connsiteY205" fmla="*/ 1011063 h 2403475"/>
              <a:gd name="connsiteX206" fmla="*/ 8404328 w 11499847"/>
              <a:gd name="connsiteY206" fmla="*/ 1032181 h 2403475"/>
              <a:gd name="connsiteX207" fmla="*/ 8382570 w 11499847"/>
              <a:gd name="connsiteY207" fmla="*/ 1084246 h 2403475"/>
              <a:gd name="connsiteX208" fmla="*/ 8412697 w 11499847"/>
              <a:gd name="connsiteY208" fmla="*/ 1135474 h 2403475"/>
              <a:gd name="connsiteX209" fmla="*/ 8493038 w 11499847"/>
              <a:gd name="connsiteY209" fmla="*/ 1165165 h 2403475"/>
              <a:gd name="connsiteX210" fmla="*/ 8600786 w 11499847"/>
              <a:gd name="connsiteY210" fmla="*/ 1212421 h 2403475"/>
              <a:gd name="connsiteX211" fmla="*/ 8648697 w 11499847"/>
              <a:gd name="connsiteY211" fmla="*/ 1314250 h 2403475"/>
              <a:gd name="connsiteX212" fmla="*/ 8601413 w 11499847"/>
              <a:gd name="connsiteY212" fmla="*/ 1425906 h 2403475"/>
              <a:gd name="connsiteX213" fmla="*/ 8468140 w 11499847"/>
              <a:gd name="connsiteY213" fmla="*/ 1470025 h 2403475"/>
              <a:gd name="connsiteX214" fmla="*/ 8363531 w 11499847"/>
              <a:gd name="connsiteY214" fmla="*/ 1452461 h 2403475"/>
              <a:gd name="connsiteX215" fmla="*/ 8286747 w 11499847"/>
              <a:gd name="connsiteY215" fmla="*/ 1411479 h 2403475"/>
              <a:gd name="connsiteX216" fmla="*/ 8307251 w 11499847"/>
              <a:gd name="connsiteY216" fmla="*/ 1379069 h 2403475"/>
              <a:gd name="connsiteX217" fmla="*/ 8327754 w 11499847"/>
              <a:gd name="connsiteY217" fmla="*/ 1346450 h 2403475"/>
              <a:gd name="connsiteX218" fmla="*/ 8395541 w 11499847"/>
              <a:gd name="connsiteY218" fmla="*/ 1381578 h 2403475"/>
              <a:gd name="connsiteX219" fmla="*/ 8468768 w 11499847"/>
              <a:gd name="connsiteY219" fmla="*/ 1395378 h 2403475"/>
              <a:gd name="connsiteX220" fmla="*/ 8541367 w 11499847"/>
              <a:gd name="connsiteY220" fmla="*/ 1373633 h 2403475"/>
              <a:gd name="connsiteX221" fmla="*/ 8566055 w 11499847"/>
              <a:gd name="connsiteY221" fmla="*/ 1319477 h 2403475"/>
              <a:gd name="connsiteX222" fmla="*/ 8535509 w 11499847"/>
              <a:gd name="connsiteY222" fmla="*/ 1268458 h 2403475"/>
              <a:gd name="connsiteX223" fmla="*/ 8455587 w 11499847"/>
              <a:gd name="connsiteY223" fmla="*/ 1238348 h 2403475"/>
              <a:gd name="connsiteX224" fmla="*/ 8347630 w 11499847"/>
              <a:gd name="connsiteY224" fmla="*/ 1191511 h 2403475"/>
              <a:gd name="connsiteX225" fmla="*/ 8299928 w 11499847"/>
              <a:gd name="connsiteY225" fmla="*/ 1089264 h 2403475"/>
              <a:gd name="connsiteX226" fmla="*/ 8345329 w 11499847"/>
              <a:gd name="connsiteY226" fmla="*/ 979489 h 2403475"/>
              <a:gd name="connsiteX227" fmla="*/ 8471697 w 11499847"/>
              <a:gd name="connsiteY227" fmla="*/ 936625 h 2403475"/>
              <a:gd name="connsiteX228" fmla="*/ 7349808 w 11499847"/>
              <a:gd name="connsiteY228" fmla="*/ 936625 h 2403475"/>
              <a:gd name="connsiteX229" fmla="*/ 7541183 w 11499847"/>
              <a:gd name="connsiteY229" fmla="*/ 1014826 h 2403475"/>
              <a:gd name="connsiteX230" fmla="*/ 7619997 w 11499847"/>
              <a:gd name="connsiteY230" fmla="*/ 1203221 h 2403475"/>
              <a:gd name="connsiteX231" fmla="*/ 7541183 w 11499847"/>
              <a:gd name="connsiteY231" fmla="*/ 1391615 h 2403475"/>
              <a:gd name="connsiteX232" fmla="*/ 7349808 w 11499847"/>
              <a:gd name="connsiteY232" fmla="*/ 1470025 h 2403475"/>
              <a:gd name="connsiteX233" fmla="*/ 7158642 w 11499847"/>
              <a:gd name="connsiteY233" fmla="*/ 1391615 h 2403475"/>
              <a:gd name="connsiteX234" fmla="*/ 7080247 w 11499847"/>
              <a:gd name="connsiteY234" fmla="*/ 1203221 h 2403475"/>
              <a:gd name="connsiteX235" fmla="*/ 7158642 w 11499847"/>
              <a:gd name="connsiteY235" fmla="*/ 1014826 h 2403475"/>
              <a:gd name="connsiteX236" fmla="*/ 7349808 w 11499847"/>
              <a:gd name="connsiteY236" fmla="*/ 936625 h 2403475"/>
              <a:gd name="connsiteX237" fmla="*/ 6837427 w 11499847"/>
              <a:gd name="connsiteY237" fmla="*/ 936625 h 2403475"/>
              <a:gd name="connsiteX238" fmla="*/ 6932756 w 11499847"/>
              <a:gd name="connsiteY238" fmla="*/ 951680 h 2403475"/>
              <a:gd name="connsiteX239" fmla="*/ 7008810 w 11499847"/>
              <a:gd name="connsiteY239" fmla="*/ 993499 h 2403475"/>
              <a:gd name="connsiteX240" fmla="*/ 6987439 w 11499847"/>
              <a:gd name="connsiteY240" fmla="*/ 1026745 h 2403475"/>
              <a:gd name="connsiteX241" fmla="*/ 6966278 w 11499847"/>
              <a:gd name="connsiteY241" fmla="*/ 1059991 h 2403475"/>
              <a:gd name="connsiteX242" fmla="*/ 6904891 w 11499847"/>
              <a:gd name="connsiteY242" fmla="*/ 1024863 h 2403475"/>
              <a:gd name="connsiteX243" fmla="*/ 6833027 w 11499847"/>
              <a:gd name="connsiteY243" fmla="*/ 1012526 h 2403475"/>
              <a:gd name="connsiteX244" fmla="*/ 6703338 w 11499847"/>
              <a:gd name="connsiteY244" fmla="*/ 1067727 h 2403475"/>
              <a:gd name="connsiteX245" fmla="*/ 6649912 w 11499847"/>
              <a:gd name="connsiteY245" fmla="*/ 1203221 h 2403475"/>
              <a:gd name="connsiteX246" fmla="*/ 6703338 w 11499847"/>
              <a:gd name="connsiteY246" fmla="*/ 1338923 h 2403475"/>
              <a:gd name="connsiteX247" fmla="*/ 6833027 w 11499847"/>
              <a:gd name="connsiteY247" fmla="*/ 1393915 h 2403475"/>
              <a:gd name="connsiteX248" fmla="*/ 6904891 w 11499847"/>
              <a:gd name="connsiteY248" fmla="*/ 1381787 h 2403475"/>
              <a:gd name="connsiteX249" fmla="*/ 6966278 w 11499847"/>
              <a:gd name="connsiteY249" fmla="*/ 1346450 h 2403475"/>
              <a:gd name="connsiteX250" fmla="*/ 6987439 w 11499847"/>
              <a:gd name="connsiteY250" fmla="*/ 1379696 h 2403475"/>
              <a:gd name="connsiteX251" fmla="*/ 7008810 w 11499847"/>
              <a:gd name="connsiteY251" fmla="*/ 1412942 h 2403475"/>
              <a:gd name="connsiteX252" fmla="*/ 6932756 w 11499847"/>
              <a:gd name="connsiteY252" fmla="*/ 1454970 h 2403475"/>
              <a:gd name="connsiteX253" fmla="*/ 6837427 w 11499847"/>
              <a:gd name="connsiteY253" fmla="*/ 1470025 h 2403475"/>
              <a:gd name="connsiteX254" fmla="*/ 6644674 w 11499847"/>
              <a:gd name="connsiteY254" fmla="*/ 1392242 h 2403475"/>
              <a:gd name="connsiteX255" fmla="*/ 6565897 w 11499847"/>
              <a:gd name="connsiteY255" fmla="*/ 1203221 h 2403475"/>
              <a:gd name="connsiteX256" fmla="*/ 6644674 w 11499847"/>
              <a:gd name="connsiteY256" fmla="*/ 1014408 h 2403475"/>
              <a:gd name="connsiteX257" fmla="*/ 6837427 w 11499847"/>
              <a:gd name="connsiteY257" fmla="*/ 936625 h 2403475"/>
              <a:gd name="connsiteX258" fmla="*/ 501650 w 11499847"/>
              <a:gd name="connsiteY258" fmla="*/ 477838 h 2403475"/>
              <a:gd name="connsiteX259" fmla="*/ 501650 w 11499847"/>
              <a:gd name="connsiteY259" fmla="*/ 981076 h 2403475"/>
              <a:gd name="connsiteX260" fmla="*/ 786010 w 11499847"/>
              <a:gd name="connsiteY260" fmla="*/ 981076 h 2403475"/>
              <a:gd name="connsiteX261" fmla="*/ 1070579 w 11499847"/>
              <a:gd name="connsiteY261" fmla="*/ 981076 h 2403475"/>
              <a:gd name="connsiteX262" fmla="*/ 1253188 w 11499847"/>
              <a:gd name="connsiteY262" fmla="*/ 908588 h 2403475"/>
              <a:gd name="connsiteX263" fmla="*/ 1327150 w 11499847"/>
              <a:gd name="connsiteY263" fmla="*/ 727681 h 2403475"/>
              <a:gd name="connsiteX264" fmla="*/ 1253188 w 11499847"/>
              <a:gd name="connsiteY264" fmla="*/ 548446 h 2403475"/>
              <a:gd name="connsiteX265" fmla="*/ 1070579 w 11499847"/>
              <a:gd name="connsiteY265" fmla="*/ 477838 h 2403475"/>
              <a:gd name="connsiteX266" fmla="*/ 501650 w 11499847"/>
              <a:gd name="connsiteY266" fmla="*/ 477838 h 2403475"/>
              <a:gd name="connsiteX267" fmla="*/ 6675435 w 11499847"/>
              <a:gd name="connsiteY267" fmla="*/ 336550 h 2403475"/>
              <a:gd name="connsiteX268" fmla="*/ 6675435 w 11499847"/>
              <a:gd name="connsiteY268" fmla="*/ 487363 h 2403475"/>
              <a:gd name="connsiteX269" fmla="*/ 6808467 w 11499847"/>
              <a:gd name="connsiteY269" fmla="*/ 487363 h 2403475"/>
              <a:gd name="connsiteX270" fmla="*/ 6865570 w 11499847"/>
              <a:gd name="connsiteY270" fmla="*/ 465370 h 2403475"/>
              <a:gd name="connsiteX271" fmla="*/ 6888160 w 11499847"/>
              <a:gd name="connsiteY271" fmla="*/ 411957 h 2403475"/>
              <a:gd name="connsiteX272" fmla="*/ 6865570 w 11499847"/>
              <a:gd name="connsiteY272" fmla="*/ 358334 h 2403475"/>
              <a:gd name="connsiteX273" fmla="*/ 6808467 w 11499847"/>
              <a:gd name="connsiteY273" fmla="*/ 336550 h 2403475"/>
              <a:gd name="connsiteX274" fmla="*/ 6675435 w 11499847"/>
              <a:gd name="connsiteY274" fmla="*/ 336550 h 2403475"/>
              <a:gd name="connsiteX275" fmla="*/ 6675435 w 11499847"/>
              <a:gd name="connsiteY275" fmla="*/ 122238 h 2403475"/>
              <a:gd name="connsiteX276" fmla="*/ 6675435 w 11499847"/>
              <a:gd name="connsiteY276" fmla="*/ 265113 h 2403475"/>
              <a:gd name="connsiteX277" fmla="*/ 6795279 w 11499847"/>
              <a:gd name="connsiteY277" fmla="*/ 265113 h 2403475"/>
              <a:gd name="connsiteX278" fmla="*/ 6848404 w 11499847"/>
              <a:gd name="connsiteY278" fmla="*/ 244673 h 2403475"/>
              <a:gd name="connsiteX279" fmla="*/ 6869110 w 11499847"/>
              <a:gd name="connsiteY279" fmla="*/ 193571 h 2403475"/>
              <a:gd name="connsiteX280" fmla="*/ 6848404 w 11499847"/>
              <a:gd name="connsiteY280" fmla="*/ 142679 h 2403475"/>
              <a:gd name="connsiteX281" fmla="*/ 6795279 w 11499847"/>
              <a:gd name="connsiteY281" fmla="*/ 122238 h 2403475"/>
              <a:gd name="connsiteX282" fmla="*/ 6675435 w 11499847"/>
              <a:gd name="connsiteY282" fmla="*/ 122238 h 2403475"/>
              <a:gd name="connsiteX283" fmla="*/ 8850791 w 11499847"/>
              <a:gd name="connsiteY283" fmla="*/ 114300 h 2403475"/>
              <a:gd name="connsiteX284" fmla="*/ 8719837 w 11499847"/>
              <a:gd name="connsiteY284" fmla="*/ 169657 h 2403475"/>
              <a:gd name="connsiteX285" fmla="*/ 8666160 w 11499847"/>
              <a:gd name="connsiteY285" fmla="*/ 304905 h 2403475"/>
              <a:gd name="connsiteX286" fmla="*/ 8719837 w 11499847"/>
              <a:gd name="connsiteY286" fmla="*/ 439943 h 2403475"/>
              <a:gd name="connsiteX287" fmla="*/ 8850791 w 11499847"/>
              <a:gd name="connsiteY287" fmla="*/ 495300 h 2403475"/>
              <a:gd name="connsiteX288" fmla="*/ 8982163 w 11499847"/>
              <a:gd name="connsiteY288" fmla="*/ 440153 h 2403475"/>
              <a:gd name="connsiteX289" fmla="*/ 9036048 w 11499847"/>
              <a:gd name="connsiteY289" fmla="*/ 304905 h 2403475"/>
              <a:gd name="connsiteX290" fmla="*/ 8981954 w 11499847"/>
              <a:gd name="connsiteY290" fmla="*/ 169657 h 2403475"/>
              <a:gd name="connsiteX291" fmla="*/ 8850791 w 11499847"/>
              <a:gd name="connsiteY291" fmla="*/ 114300 h 2403475"/>
              <a:gd name="connsiteX292" fmla="*/ 7335415 w 11499847"/>
              <a:gd name="connsiteY292" fmla="*/ 114300 h 2403475"/>
              <a:gd name="connsiteX293" fmla="*/ 7203974 w 11499847"/>
              <a:gd name="connsiteY293" fmla="*/ 169657 h 2403475"/>
              <a:gd name="connsiteX294" fmla="*/ 7150097 w 11499847"/>
              <a:gd name="connsiteY294" fmla="*/ 304905 h 2403475"/>
              <a:gd name="connsiteX295" fmla="*/ 7203974 w 11499847"/>
              <a:gd name="connsiteY295" fmla="*/ 439943 h 2403475"/>
              <a:gd name="connsiteX296" fmla="*/ 7335415 w 11499847"/>
              <a:gd name="connsiteY296" fmla="*/ 495300 h 2403475"/>
              <a:gd name="connsiteX297" fmla="*/ 7467486 w 11499847"/>
              <a:gd name="connsiteY297" fmla="*/ 440153 h 2403475"/>
              <a:gd name="connsiteX298" fmla="*/ 7521572 w 11499847"/>
              <a:gd name="connsiteY298" fmla="*/ 304905 h 2403475"/>
              <a:gd name="connsiteX299" fmla="*/ 7467067 w 11499847"/>
              <a:gd name="connsiteY299" fmla="*/ 169657 h 2403475"/>
              <a:gd name="connsiteX300" fmla="*/ 7335415 w 11499847"/>
              <a:gd name="connsiteY300" fmla="*/ 114300 h 2403475"/>
              <a:gd name="connsiteX301" fmla="*/ 9237660 w 11499847"/>
              <a:gd name="connsiteY301" fmla="*/ 49213 h 2403475"/>
              <a:gd name="connsiteX302" fmla="*/ 9339260 w 11499847"/>
              <a:gd name="connsiteY302" fmla="*/ 49213 h 2403475"/>
              <a:gd name="connsiteX303" fmla="*/ 9458322 w 11499847"/>
              <a:gd name="connsiteY303" fmla="*/ 242888 h 2403475"/>
              <a:gd name="connsiteX304" fmla="*/ 9578972 w 11499847"/>
              <a:gd name="connsiteY304" fmla="*/ 436563 h 2403475"/>
              <a:gd name="connsiteX305" fmla="*/ 9578972 w 11499847"/>
              <a:gd name="connsiteY305" fmla="*/ 49213 h 2403475"/>
              <a:gd name="connsiteX306" fmla="*/ 9656760 w 11499847"/>
              <a:gd name="connsiteY306" fmla="*/ 49213 h 2403475"/>
              <a:gd name="connsiteX307" fmla="*/ 9656760 w 11499847"/>
              <a:gd name="connsiteY307" fmla="*/ 560388 h 2403475"/>
              <a:gd name="connsiteX308" fmla="*/ 9561510 w 11499847"/>
              <a:gd name="connsiteY308" fmla="*/ 560388 h 2403475"/>
              <a:gd name="connsiteX309" fmla="*/ 9439272 w 11499847"/>
              <a:gd name="connsiteY309" fmla="*/ 363538 h 2403475"/>
              <a:gd name="connsiteX310" fmla="*/ 9317035 w 11499847"/>
              <a:gd name="connsiteY310" fmla="*/ 165101 h 2403475"/>
              <a:gd name="connsiteX311" fmla="*/ 9317035 w 11499847"/>
              <a:gd name="connsiteY311" fmla="*/ 560388 h 2403475"/>
              <a:gd name="connsiteX312" fmla="*/ 9237660 w 11499847"/>
              <a:gd name="connsiteY312" fmla="*/ 560388 h 2403475"/>
              <a:gd name="connsiteX313" fmla="*/ 8126410 w 11499847"/>
              <a:gd name="connsiteY313" fmla="*/ 49213 h 2403475"/>
              <a:gd name="connsiteX314" fmla="*/ 8529635 w 11499847"/>
              <a:gd name="connsiteY314" fmla="*/ 49213 h 2403475"/>
              <a:gd name="connsiteX315" fmla="*/ 8529635 w 11499847"/>
              <a:gd name="connsiteY315" fmla="*/ 125413 h 2403475"/>
              <a:gd name="connsiteX316" fmla="*/ 8369298 w 11499847"/>
              <a:gd name="connsiteY316" fmla="*/ 125413 h 2403475"/>
              <a:gd name="connsiteX317" fmla="*/ 8369298 w 11499847"/>
              <a:gd name="connsiteY317" fmla="*/ 560388 h 2403475"/>
              <a:gd name="connsiteX318" fmla="*/ 8285160 w 11499847"/>
              <a:gd name="connsiteY318" fmla="*/ 560388 h 2403475"/>
              <a:gd name="connsiteX319" fmla="*/ 8285160 w 11499847"/>
              <a:gd name="connsiteY319" fmla="*/ 125413 h 2403475"/>
              <a:gd name="connsiteX320" fmla="*/ 8126410 w 11499847"/>
              <a:gd name="connsiteY320" fmla="*/ 125413 h 2403475"/>
              <a:gd name="connsiteX321" fmla="*/ 6592885 w 11499847"/>
              <a:gd name="connsiteY321" fmla="*/ 49213 h 2403475"/>
              <a:gd name="connsiteX322" fmla="*/ 6795851 w 11499847"/>
              <a:gd name="connsiteY322" fmla="*/ 49213 h 2403475"/>
              <a:gd name="connsiteX323" fmla="*/ 6907775 w 11499847"/>
              <a:gd name="connsiteY323" fmla="*/ 87875 h 2403475"/>
              <a:gd name="connsiteX324" fmla="*/ 6952670 w 11499847"/>
              <a:gd name="connsiteY324" fmla="*/ 185680 h 2403475"/>
              <a:gd name="connsiteX325" fmla="*/ 6936382 w 11499847"/>
              <a:gd name="connsiteY325" fmla="*/ 245658 h 2403475"/>
              <a:gd name="connsiteX326" fmla="*/ 6892114 w 11499847"/>
              <a:gd name="connsiteY326" fmla="*/ 288709 h 2403475"/>
              <a:gd name="connsiteX327" fmla="*/ 6950791 w 11499847"/>
              <a:gd name="connsiteY327" fmla="*/ 339492 h 2403475"/>
              <a:gd name="connsiteX328" fmla="*/ 6972298 w 11499847"/>
              <a:gd name="connsiteY328" fmla="*/ 412845 h 2403475"/>
              <a:gd name="connsiteX329" fmla="*/ 6926359 w 11499847"/>
              <a:gd name="connsiteY329" fmla="*/ 517546 h 2403475"/>
              <a:gd name="connsiteX330" fmla="*/ 6808798 w 11499847"/>
              <a:gd name="connsiteY330" fmla="*/ 560388 h 2403475"/>
              <a:gd name="connsiteX331" fmla="*/ 6592885 w 11499847"/>
              <a:gd name="connsiteY331" fmla="*/ 560388 h 2403475"/>
              <a:gd name="connsiteX332" fmla="*/ 6592885 w 11499847"/>
              <a:gd name="connsiteY332" fmla="*/ 49213 h 2403475"/>
              <a:gd name="connsiteX333" fmla="*/ 8850790 w 11499847"/>
              <a:gd name="connsiteY333" fmla="*/ 38100 h 2403475"/>
              <a:gd name="connsiteX334" fmla="*/ 9041603 w 11499847"/>
              <a:gd name="connsiteY334" fmla="*/ 116301 h 2403475"/>
              <a:gd name="connsiteX335" fmla="*/ 9120185 w 11499847"/>
              <a:gd name="connsiteY335" fmla="*/ 304905 h 2403475"/>
              <a:gd name="connsiteX336" fmla="*/ 9041603 w 11499847"/>
              <a:gd name="connsiteY336" fmla="*/ 493090 h 2403475"/>
              <a:gd name="connsiteX337" fmla="*/ 8850790 w 11499847"/>
              <a:gd name="connsiteY337" fmla="*/ 571500 h 2403475"/>
              <a:gd name="connsiteX338" fmla="*/ 8660186 w 11499847"/>
              <a:gd name="connsiteY338" fmla="*/ 493090 h 2403475"/>
              <a:gd name="connsiteX339" fmla="*/ 8582022 w 11499847"/>
              <a:gd name="connsiteY339" fmla="*/ 304905 h 2403475"/>
              <a:gd name="connsiteX340" fmla="*/ 8660186 w 11499847"/>
              <a:gd name="connsiteY340" fmla="*/ 116301 h 2403475"/>
              <a:gd name="connsiteX341" fmla="*/ 8850790 w 11499847"/>
              <a:gd name="connsiteY341" fmla="*/ 38100 h 2403475"/>
              <a:gd name="connsiteX342" fmla="*/ 7870035 w 11499847"/>
              <a:gd name="connsiteY342" fmla="*/ 38100 h 2403475"/>
              <a:gd name="connsiteX343" fmla="*/ 7871499 w 11499847"/>
              <a:gd name="connsiteY343" fmla="*/ 38100 h 2403475"/>
              <a:gd name="connsiteX344" fmla="*/ 7955187 w 11499847"/>
              <a:gd name="connsiteY344" fmla="*/ 51273 h 2403475"/>
              <a:gd name="connsiteX345" fmla="*/ 8025067 w 11499847"/>
              <a:gd name="connsiteY345" fmla="*/ 86401 h 2403475"/>
              <a:gd name="connsiteX346" fmla="*/ 8004563 w 11499847"/>
              <a:gd name="connsiteY346" fmla="*/ 118811 h 2403475"/>
              <a:gd name="connsiteX347" fmla="*/ 7984060 w 11499847"/>
              <a:gd name="connsiteY347" fmla="*/ 151429 h 2403475"/>
              <a:gd name="connsiteX348" fmla="*/ 7926943 w 11499847"/>
              <a:gd name="connsiteY348" fmla="*/ 122574 h 2403475"/>
              <a:gd name="connsiteX349" fmla="*/ 7869198 w 11499847"/>
              <a:gd name="connsiteY349" fmla="*/ 112538 h 2403475"/>
              <a:gd name="connsiteX350" fmla="*/ 7802666 w 11499847"/>
              <a:gd name="connsiteY350" fmla="*/ 133865 h 2403475"/>
              <a:gd name="connsiteX351" fmla="*/ 7780907 w 11499847"/>
              <a:gd name="connsiteY351" fmla="*/ 185721 h 2403475"/>
              <a:gd name="connsiteX352" fmla="*/ 7811035 w 11499847"/>
              <a:gd name="connsiteY352" fmla="*/ 236949 h 2403475"/>
              <a:gd name="connsiteX353" fmla="*/ 7891166 w 11499847"/>
              <a:gd name="connsiteY353" fmla="*/ 266849 h 2403475"/>
              <a:gd name="connsiteX354" fmla="*/ 7998914 w 11499847"/>
              <a:gd name="connsiteY354" fmla="*/ 313896 h 2403475"/>
              <a:gd name="connsiteX355" fmla="*/ 8047035 w 11499847"/>
              <a:gd name="connsiteY355" fmla="*/ 415934 h 2403475"/>
              <a:gd name="connsiteX356" fmla="*/ 7999751 w 11499847"/>
              <a:gd name="connsiteY356" fmla="*/ 527381 h 2403475"/>
              <a:gd name="connsiteX357" fmla="*/ 7866478 w 11499847"/>
              <a:gd name="connsiteY357" fmla="*/ 571500 h 2403475"/>
              <a:gd name="connsiteX358" fmla="*/ 7761659 w 11499847"/>
              <a:gd name="connsiteY358" fmla="*/ 554145 h 2403475"/>
              <a:gd name="connsiteX359" fmla="*/ 7685085 w 11499847"/>
              <a:gd name="connsiteY359" fmla="*/ 512954 h 2403475"/>
              <a:gd name="connsiteX360" fmla="*/ 7725883 w 11499847"/>
              <a:gd name="connsiteY360" fmla="*/ 447925 h 2403475"/>
              <a:gd name="connsiteX361" fmla="*/ 7793879 w 11499847"/>
              <a:gd name="connsiteY361" fmla="*/ 483053 h 2403475"/>
              <a:gd name="connsiteX362" fmla="*/ 7867106 w 11499847"/>
              <a:gd name="connsiteY362" fmla="*/ 497063 h 2403475"/>
              <a:gd name="connsiteX363" fmla="*/ 7939496 w 11499847"/>
              <a:gd name="connsiteY363" fmla="*/ 475108 h 2403475"/>
              <a:gd name="connsiteX364" fmla="*/ 7964393 w 11499847"/>
              <a:gd name="connsiteY364" fmla="*/ 420952 h 2403475"/>
              <a:gd name="connsiteX365" fmla="*/ 7933847 w 11499847"/>
              <a:gd name="connsiteY365" fmla="*/ 369933 h 2403475"/>
              <a:gd name="connsiteX366" fmla="*/ 7853925 w 11499847"/>
              <a:gd name="connsiteY366" fmla="*/ 339823 h 2403475"/>
              <a:gd name="connsiteX367" fmla="*/ 7745968 w 11499847"/>
              <a:gd name="connsiteY367" fmla="*/ 292986 h 2403475"/>
              <a:gd name="connsiteX368" fmla="*/ 7698266 w 11499847"/>
              <a:gd name="connsiteY368" fmla="*/ 190739 h 2403475"/>
              <a:gd name="connsiteX369" fmla="*/ 7743666 w 11499847"/>
              <a:gd name="connsiteY369" fmla="*/ 80964 h 2403475"/>
              <a:gd name="connsiteX370" fmla="*/ 7870035 w 11499847"/>
              <a:gd name="connsiteY370" fmla="*/ 38100 h 2403475"/>
              <a:gd name="connsiteX371" fmla="*/ 7334624 w 11499847"/>
              <a:gd name="connsiteY371" fmla="*/ 38100 h 2403475"/>
              <a:gd name="connsiteX372" fmla="*/ 7525363 w 11499847"/>
              <a:gd name="connsiteY372" fmla="*/ 116301 h 2403475"/>
              <a:gd name="connsiteX373" fmla="*/ 7604123 w 11499847"/>
              <a:gd name="connsiteY373" fmla="*/ 304905 h 2403475"/>
              <a:gd name="connsiteX374" fmla="*/ 7525363 w 11499847"/>
              <a:gd name="connsiteY374" fmla="*/ 493090 h 2403475"/>
              <a:gd name="connsiteX375" fmla="*/ 7334624 w 11499847"/>
              <a:gd name="connsiteY375" fmla="*/ 571500 h 2403475"/>
              <a:gd name="connsiteX376" fmla="*/ 7144094 w 11499847"/>
              <a:gd name="connsiteY376" fmla="*/ 493090 h 2403475"/>
              <a:gd name="connsiteX377" fmla="*/ 7065960 w 11499847"/>
              <a:gd name="connsiteY377" fmla="*/ 304905 h 2403475"/>
              <a:gd name="connsiteX378" fmla="*/ 7144094 w 11499847"/>
              <a:gd name="connsiteY378" fmla="*/ 116301 h 2403475"/>
              <a:gd name="connsiteX379" fmla="*/ 7334624 w 11499847"/>
              <a:gd name="connsiteY379" fmla="*/ 38100 h 2403475"/>
              <a:gd name="connsiteX380" fmla="*/ 2766077 w 11499847"/>
              <a:gd name="connsiteY380" fmla="*/ 0 h 2403475"/>
              <a:gd name="connsiteX381" fmla="*/ 3146531 w 11499847"/>
              <a:gd name="connsiteY381" fmla="*/ 51449 h 2403475"/>
              <a:gd name="connsiteX382" fmla="*/ 3467375 w 11499847"/>
              <a:gd name="connsiteY382" fmla="*/ 204124 h 2403475"/>
              <a:gd name="connsiteX383" fmla="*/ 3340627 w 11499847"/>
              <a:gd name="connsiteY383" fmla="*/ 403228 h 2403475"/>
              <a:gd name="connsiteX384" fmla="*/ 3213880 w 11499847"/>
              <a:gd name="connsiteY384" fmla="*/ 602542 h 2403475"/>
              <a:gd name="connsiteX385" fmla="*/ 3009743 w 11499847"/>
              <a:gd name="connsiteY385" fmla="*/ 496716 h 2403475"/>
              <a:gd name="connsiteX386" fmla="*/ 2766077 w 11499847"/>
              <a:gd name="connsiteY386" fmla="*/ 457606 h 2403475"/>
              <a:gd name="connsiteX387" fmla="*/ 2232314 w 11499847"/>
              <a:gd name="connsiteY387" fmla="*/ 681180 h 2403475"/>
              <a:gd name="connsiteX388" fmla="*/ 2012073 w 11499847"/>
              <a:gd name="connsiteY388" fmla="*/ 1198391 h 2403475"/>
              <a:gd name="connsiteX389" fmla="*/ 2232314 w 11499847"/>
              <a:gd name="connsiteY389" fmla="*/ 1721250 h 2403475"/>
              <a:gd name="connsiteX390" fmla="*/ 2766077 w 11499847"/>
              <a:gd name="connsiteY390" fmla="*/ 1942732 h 2403475"/>
              <a:gd name="connsiteX391" fmla="*/ 3050111 w 11499847"/>
              <a:gd name="connsiteY391" fmla="*/ 1886682 h 2403475"/>
              <a:gd name="connsiteX392" fmla="*/ 3289594 w 11499847"/>
              <a:gd name="connsiteY392" fmla="*/ 1722086 h 2403475"/>
              <a:gd name="connsiteX393" fmla="*/ 3543925 w 11499847"/>
              <a:gd name="connsiteY393" fmla="*/ 1095493 h 2403475"/>
              <a:gd name="connsiteX394" fmla="*/ 3921866 w 11499847"/>
              <a:gd name="connsiteY394" fmla="*/ 345714 h 2403475"/>
              <a:gd name="connsiteX395" fmla="*/ 4300646 w 11499847"/>
              <a:gd name="connsiteY395" fmla="*/ 92441 h 2403475"/>
              <a:gd name="connsiteX396" fmla="*/ 4787977 w 11499847"/>
              <a:gd name="connsiteY396" fmla="*/ 0 h 2403475"/>
              <a:gd name="connsiteX397" fmla="*/ 5168221 w 11499847"/>
              <a:gd name="connsiteY397" fmla="*/ 54796 h 2403475"/>
              <a:gd name="connsiteX398" fmla="*/ 5489275 w 11499847"/>
              <a:gd name="connsiteY398" fmla="*/ 210607 h 2403475"/>
              <a:gd name="connsiteX399" fmla="*/ 5364200 w 11499847"/>
              <a:gd name="connsiteY399" fmla="*/ 409921 h 2403475"/>
              <a:gd name="connsiteX400" fmla="*/ 5239125 w 11499847"/>
              <a:gd name="connsiteY400" fmla="*/ 609025 h 2403475"/>
              <a:gd name="connsiteX401" fmla="*/ 5031643 w 11499847"/>
              <a:gd name="connsiteY401" fmla="*/ 500480 h 2403475"/>
              <a:gd name="connsiteX402" fmla="*/ 4784631 w 11499847"/>
              <a:gd name="connsiteY402" fmla="*/ 460952 h 2403475"/>
              <a:gd name="connsiteX403" fmla="*/ 4264462 w 11499847"/>
              <a:gd name="connsiteY403" fmla="*/ 679089 h 2403475"/>
              <a:gd name="connsiteX404" fmla="*/ 4050287 w 11499847"/>
              <a:gd name="connsiteY404" fmla="*/ 1198391 h 2403475"/>
              <a:gd name="connsiteX405" fmla="*/ 4262370 w 11499847"/>
              <a:gd name="connsiteY405" fmla="*/ 1725223 h 2403475"/>
              <a:gd name="connsiteX406" fmla="*/ 4778147 w 11499847"/>
              <a:gd name="connsiteY406" fmla="*/ 1945870 h 2403475"/>
              <a:gd name="connsiteX407" fmla="*/ 5191438 w 11499847"/>
              <a:gd name="connsiteY407" fmla="*/ 1804280 h 2403475"/>
              <a:gd name="connsiteX408" fmla="*/ 5426737 w 11499847"/>
              <a:gd name="connsiteY408" fmla="*/ 1445390 h 2403475"/>
              <a:gd name="connsiteX409" fmla="*/ 4708917 w 11499847"/>
              <a:gd name="connsiteY409" fmla="*/ 1445390 h 2403475"/>
              <a:gd name="connsiteX410" fmla="*/ 4850515 w 11499847"/>
              <a:gd name="connsiteY410" fmla="*/ 1223279 h 2403475"/>
              <a:gd name="connsiteX411" fmla="*/ 4992113 w 11499847"/>
              <a:gd name="connsiteY411" fmla="*/ 1000960 h 2403475"/>
              <a:gd name="connsiteX412" fmla="*/ 5457901 w 11499847"/>
              <a:gd name="connsiteY412" fmla="*/ 1000960 h 2403475"/>
              <a:gd name="connsiteX413" fmla="*/ 5924108 w 11499847"/>
              <a:gd name="connsiteY413" fmla="*/ 1000960 h 2403475"/>
              <a:gd name="connsiteX414" fmla="*/ 5936030 w 11499847"/>
              <a:gd name="connsiteY414" fmla="*/ 1100094 h 2403475"/>
              <a:gd name="connsiteX415" fmla="*/ 5940422 w 11499847"/>
              <a:gd name="connsiteY415" fmla="*/ 1201738 h 2403475"/>
              <a:gd name="connsiteX416" fmla="*/ 5600963 w 11499847"/>
              <a:gd name="connsiteY416" fmla="*/ 2050860 h 2403475"/>
              <a:gd name="connsiteX417" fmla="*/ 4764970 w 11499847"/>
              <a:gd name="connsiteY417" fmla="*/ 2403475 h 2403475"/>
              <a:gd name="connsiteX418" fmla="*/ 4178290 w 11499847"/>
              <a:gd name="connsiteY418" fmla="*/ 2262513 h 2403475"/>
              <a:gd name="connsiteX419" fmla="*/ 3757265 w 11499847"/>
              <a:gd name="connsiteY419" fmla="*/ 1886682 h 2403475"/>
              <a:gd name="connsiteX420" fmla="*/ 3332469 w 11499847"/>
              <a:gd name="connsiteY420" fmla="*/ 2263558 h 2403475"/>
              <a:gd name="connsiteX421" fmla="*/ 2749555 w 11499847"/>
              <a:gd name="connsiteY421" fmla="*/ 2403475 h 2403475"/>
              <a:gd name="connsiteX422" fmla="*/ 2242563 w 11499847"/>
              <a:gd name="connsiteY422" fmla="*/ 2295766 h 2403475"/>
              <a:gd name="connsiteX423" fmla="*/ 1844121 w 11499847"/>
              <a:gd name="connsiteY423" fmla="*/ 2005266 h 2403475"/>
              <a:gd name="connsiteX424" fmla="*/ 1583096 w 11499847"/>
              <a:gd name="connsiteY424" fmla="*/ 2257493 h 2403475"/>
              <a:gd name="connsiteX425" fmla="*/ 1188838 w 11499847"/>
              <a:gd name="connsiteY425" fmla="*/ 2354117 h 2403475"/>
              <a:gd name="connsiteX426" fmla="*/ 0 w 11499847"/>
              <a:gd name="connsiteY426" fmla="*/ 2354117 h 2403475"/>
              <a:gd name="connsiteX427" fmla="*/ 0 w 11499847"/>
              <a:gd name="connsiteY427" fmla="*/ 1201738 h 2403475"/>
              <a:gd name="connsiteX428" fmla="*/ 0 w 11499847"/>
              <a:gd name="connsiteY428" fmla="*/ 49358 h 2403475"/>
              <a:gd name="connsiteX429" fmla="*/ 538575 w 11499847"/>
              <a:gd name="connsiteY429" fmla="*/ 49358 h 2403475"/>
              <a:gd name="connsiteX430" fmla="*/ 1076940 w 11499847"/>
              <a:gd name="connsiteY430" fmla="*/ 49358 h 2403475"/>
              <a:gd name="connsiteX431" fmla="*/ 1523487 w 11499847"/>
              <a:gd name="connsiteY431" fmla="*/ 176099 h 2403475"/>
              <a:gd name="connsiteX432" fmla="*/ 1774892 w 11499847"/>
              <a:gd name="connsiteY432" fmla="*/ 500480 h 2403475"/>
              <a:gd name="connsiteX433" fmla="*/ 2196549 w 11499847"/>
              <a:gd name="connsiteY433" fmla="*/ 137826 h 2403475"/>
              <a:gd name="connsiteX434" fmla="*/ 2766077 w 11499847"/>
              <a:gd name="connsiteY434" fmla="*/ 0 h 2403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Lst>
            <a:rect l="l" t="t" r="r" b="b"/>
            <a:pathLst>
              <a:path w="11499847" h="2403475">
                <a:moveTo>
                  <a:pt x="8982072" y="1919288"/>
                </a:moveTo>
                <a:cubicBezTo>
                  <a:pt x="8982072" y="2105026"/>
                  <a:pt x="8982072" y="2105026"/>
                  <a:pt x="8982072" y="2105026"/>
                </a:cubicBezTo>
                <a:cubicBezTo>
                  <a:pt x="9098233" y="2105026"/>
                  <a:pt x="9098233" y="2105026"/>
                  <a:pt x="9098233" y="2105026"/>
                </a:cubicBezTo>
                <a:cubicBezTo>
                  <a:pt x="9124975" y="2105026"/>
                  <a:pt x="9148166" y="2096202"/>
                  <a:pt x="9164880" y="2080233"/>
                </a:cubicBezTo>
                <a:cubicBezTo>
                  <a:pt x="9181594" y="2064055"/>
                  <a:pt x="9191622" y="2040732"/>
                  <a:pt x="9191622" y="2011737"/>
                </a:cubicBezTo>
                <a:cubicBezTo>
                  <a:pt x="9191622" y="1983792"/>
                  <a:pt x="9181594" y="1960680"/>
                  <a:pt x="9164880" y="1944501"/>
                </a:cubicBezTo>
                <a:cubicBezTo>
                  <a:pt x="9148166" y="1928323"/>
                  <a:pt x="9124975" y="1919288"/>
                  <a:pt x="9098233" y="1919288"/>
                </a:cubicBezTo>
                <a:cubicBezTo>
                  <a:pt x="8982072" y="1919288"/>
                  <a:pt x="8982072" y="1919288"/>
                  <a:pt x="8982072" y="1919288"/>
                </a:cubicBezTo>
                <a:close/>
                <a:moveTo>
                  <a:pt x="7280272" y="1919288"/>
                </a:moveTo>
                <a:cubicBezTo>
                  <a:pt x="7280272" y="2097088"/>
                  <a:pt x="7280272" y="2097088"/>
                  <a:pt x="7280272" y="2097088"/>
                </a:cubicBezTo>
                <a:cubicBezTo>
                  <a:pt x="7404503" y="2097088"/>
                  <a:pt x="7404503" y="2097088"/>
                  <a:pt x="7404503" y="2097088"/>
                </a:cubicBezTo>
                <a:cubicBezTo>
                  <a:pt x="7430689" y="2097088"/>
                  <a:pt x="7453105" y="2088711"/>
                  <a:pt x="7469027" y="2073423"/>
                </a:cubicBezTo>
                <a:cubicBezTo>
                  <a:pt x="7485158" y="2058136"/>
                  <a:pt x="7494585" y="2035937"/>
                  <a:pt x="7494585" y="2008502"/>
                </a:cubicBezTo>
                <a:cubicBezTo>
                  <a:pt x="7494585" y="1981487"/>
                  <a:pt x="7485158" y="1959078"/>
                  <a:pt x="7469027" y="1943581"/>
                </a:cubicBezTo>
                <a:cubicBezTo>
                  <a:pt x="7453105" y="1927874"/>
                  <a:pt x="7430689" y="1919288"/>
                  <a:pt x="7404503" y="1919288"/>
                </a:cubicBezTo>
                <a:cubicBezTo>
                  <a:pt x="7280272" y="1919288"/>
                  <a:pt x="7280272" y="1919288"/>
                  <a:pt x="7280272" y="1919288"/>
                </a:cubicBezTo>
                <a:close/>
                <a:moveTo>
                  <a:pt x="7945015" y="1909763"/>
                </a:moveTo>
                <a:cubicBezTo>
                  <a:pt x="7893445" y="1909763"/>
                  <a:pt x="7847115" y="1930941"/>
                  <a:pt x="7813574" y="1965330"/>
                </a:cubicBezTo>
                <a:cubicBezTo>
                  <a:pt x="7780242" y="1999719"/>
                  <a:pt x="7759697" y="2047317"/>
                  <a:pt x="7759697" y="2100368"/>
                </a:cubicBezTo>
                <a:cubicBezTo>
                  <a:pt x="7759697" y="2153419"/>
                  <a:pt x="7780242" y="2201227"/>
                  <a:pt x="7813574" y="2235406"/>
                </a:cubicBezTo>
                <a:cubicBezTo>
                  <a:pt x="7847115" y="2269795"/>
                  <a:pt x="7893445" y="2290763"/>
                  <a:pt x="7945015" y="2290763"/>
                </a:cubicBezTo>
                <a:cubicBezTo>
                  <a:pt x="7997215" y="2290763"/>
                  <a:pt x="8043544" y="2270004"/>
                  <a:pt x="8077086" y="2235825"/>
                </a:cubicBezTo>
                <a:cubicBezTo>
                  <a:pt x="8110628" y="2201437"/>
                  <a:pt x="8131172" y="2153838"/>
                  <a:pt x="8131172" y="2100368"/>
                </a:cubicBezTo>
                <a:cubicBezTo>
                  <a:pt x="8131172" y="2047317"/>
                  <a:pt x="8110418" y="1999719"/>
                  <a:pt x="8076876" y="1965330"/>
                </a:cubicBezTo>
                <a:cubicBezTo>
                  <a:pt x="8043334" y="1930941"/>
                  <a:pt x="7996796" y="1909763"/>
                  <a:pt x="7945015" y="1909763"/>
                </a:cubicBezTo>
                <a:close/>
                <a:moveTo>
                  <a:pt x="8899522" y="1844675"/>
                </a:moveTo>
                <a:cubicBezTo>
                  <a:pt x="9098598" y="1844675"/>
                  <a:pt x="9098598" y="1844675"/>
                  <a:pt x="9098598" y="1844675"/>
                </a:cubicBezTo>
                <a:cubicBezTo>
                  <a:pt x="9152872" y="1844675"/>
                  <a:pt x="9197507" y="1862857"/>
                  <a:pt x="9228521" y="1892741"/>
                </a:cubicBezTo>
                <a:cubicBezTo>
                  <a:pt x="9259744" y="1922835"/>
                  <a:pt x="9277347" y="1964423"/>
                  <a:pt x="9277347" y="2011236"/>
                </a:cubicBezTo>
                <a:cubicBezTo>
                  <a:pt x="9277347" y="2057839"/>
                  <a:pt x="9259744" y="2099427"/>
                  <a:pt x="9228521" y="2129521"/>
                </a:cubicBezTo>
                <a:cubicBezTo>
                  <a:pt x="9197507" y="2159405"/>
                  <a:pt x="9152872" y="2177796"/>
                  <a:pt x="9098598" y="2177796"/>
                </a:cubicBezTo>
                <a:cubicBezTo>
                  <a:pt x="8982086" y="2177796"/>
                  <a:pt x="8982086" y="2177796"/>
                  <a:pt x="8982086" y="2177796"/>
                </a:cubicBezTo>
                <a:cubicBezTo>
                  <a:pt x="8982086" y="2355850"/>
                  <a:pt x="8982086" y="2355850"/>
                  <a:pt x="8982086" y="2355850"/>
                </a:cubicBezTo>
                <a:cubicBezTo>
                  <a:pt x="8899522" y="2355850"/>
                  <a:pt x="8899522" y="2355850"/>
                  <a:pt x="8899522" y="2355850"/>
                </a:cubicBezTo>
                <a:cubicBezTo>
                  <a:pt x="8899522" y="1844675"/>
                  <a:pt x="8899522" y="1844675"/>
                  <a:pt x="8899522" y="1844675"/>
                </a:cubicBezTo>
                <a:close/>
                <a:moveTo>
                  <a:pt x="8324847" y="1844675"/>
                </a:moveTo>
                <a:cubicBezTo>
                  <a:pt x="8407608" y="1844675"/>
                  <a:pt x="8407608" y="1844675"/>
                  <a:pt x="8407608" y="1844675"/>
                </a:cubicBezTo>
                <a:cubicBezTo>
                  <a:pt x="8407608" y="2158090"/>
                  <a:pt x="8407608" y="2158090"/>
                  <a:pt x="8407608" y="2158090"/>
                </a:cubicBezTo>
                <a:cubicBezTo>
                  <a:pt x="8407608" y="2195307"/>
                  <a:pt x="8420389" y="2228551"/>
                  <a:pt x="8443017" y="2252595"/>
                </a:cubicBezTo>
                <a:cubicBezTo>
                  <a:pt x="8465855" y="2276431"/>
                  <a:pt x="8498331" y="2291066"/>
                  <a:pt x="8537931" y="2291066"/>
                </a:cubicBezTo>
                <a:cubicBezTo>
                  <a:pt x="8576692" y="2291066"/>
                  <a:pt x="8609168" y="2276431"/>
                  <a:pt x="8631797" y="2252595"/>
                </a:cubicBezTo>
                <a:cubicBezTo>
                  <a:pt x="8654425" y="2228551"/>
                  <a:pt x="8667415" y="2195307"/>
                  <a:pt x="8667415" y="2158090"/>
                </a:cubicBezTo>
                <a:cubicBezTo>
                  <a:pt x="8667415" y="1844675"/>
                  <a:pt x="8667415" y="1844675"/>
                  <a:pt x="8667415" y="1844675"/>
                </a:cubicBezTo>
                <a:cubicBezTo>
                  <a:pt x="8748710" y="1844675"/>
                  <a:pt x="8748710" y="1844675"/>
                  <a:pt x="8748710" y="1844675"/>
                </a:cubicBezTo>
                <a:cubicBezTo>
                  <a:pt x="8748710" y="2158717"/>
                  <a:pt x="8748710" y="2158717"/>
                  <a:pt x="8748710" y="2158717"/>
                </a:cubicBezTo>
                <a:cubicBezTo>
                  <a:pt x="8748710" y="2218724"/>
                  <a:pt x="8726291" y="2270785"/>
                  <a:pt x="8688577" y="2307793"/>
                </a:cubicBezTo>
                <a:cubicBezTo>
                  <a:pt x="8650863" y="2345010"/>
                  <a:pt x="8597854" y="2366963"/>
                  <a:pt x="8537093" y="2366963"/>
                </a:cubicBezTo>
                <a:cubicBezTo>
                  <a:pt x="8476331" y="2366963"/>
                  <a:pt x="8423322" y="2345010"/>
                  <a:pt x="8385399" y="2307793"/>
                </a:cubicBezTo>
                <a:cubicBezTo>
                  <a:pt x="8347475" y="2270785"/>
                  <a:pt x="8324847" y="2218724"/>
                  <a:pt x="8324847" y="2158717"/>
                </a:cubicBezTo>
                <a:cubicBezTo>
                  <a:pt x="8324847" y="1844675"/>
                  <a:pt x="8324847" y="1844675"/>
                  <a:pt x="8324847" y="1844675"/>
                </a:cubicBezTo>
                <a:close/>
                <a:moveTo>
                  <a:pt x="7197722" y="1844675"/>
                </a:moveTo>
                <a:cubicBezTo>
                  <a:pt x="7404196" y="1844675"/>
                  <a:pt x="7404196" y="1844675"/>
                  <a:pt x="7404196" y="1844675"/>
                </a:cubicBezTo>
                <a:cubicBezTo>
                  <a:pt x="7457641" y="1844675"/>
                  <a:pt x="7501065" y="1862439"/>
                  <a:pt x="7531336" y="1891906"/>
                </a:cubicBezTo>
                <a:cubicBezTo>
                  <a:pt x="7561608" y="1921581"/>
                  <a:pt x="7578727" y="1962542"/>
                  <a:pt x="7578727" y="2008937"/>
                </a:cubicBezTo>
                <a:cubicBezTo>
                  <a:pt x="7578727" y="2047390"/>
                  <a:pt x="7568080" y="2080827"/>
                  <a:pt x="7548455" y="2106950"/>
                </a:cubicBezTo>
                <a:cubicBezTo>
                  <a:pt x="7529040" y="2133073"/>
                  <a:pt x="7500647" y="2152091"/>
                  <a:pt x="7464947" y="2161495"/>
                </a:cubicBezTo>
                <a:cubicBezTo>
                  <a:pt x="7525699" y="2258673"/>
                  <a:pt x="7525699" y="2258673"/>
                  <a:pt x="7525699" y="2258673"/>
                </a:cubicBezTo>
                <a:cubicBezTo>
                  <a:pt x="7586660" y="2355850"/>
                  <a:pt x="7586660" y="2355850"/>
                  <a:pt x="7586660" y="2355850"/>
                </a:cubicBezTo>
                <a:cubicBezTo>
                  <a:pt x="7491044" y="2355850"/>
                  <a:pt x="7491044" y="2355850"/>
                  <a:pt x="7491044" y="2355850"/>
                </a:cubicBezTo>
                <a:cubicBezTo>
                  <a:pt x="7434676" y="2263479"/>
                  <a:pt x="7434676" y="2263479"/>
                  <a:pt x="7434676" y="2263479"/>
                </a:cubicBezTo>
                <a:cubicBezTo>
                  <a:pt x="7378099" y="2171108"/>
                  <a:pt x="7378099" y="2171108"/>
                  <a:pt x="7378099" y="2171108"/>
                </a:cubicBezTo>
                <a:cubicBezTo>
                  <a:pt x="7280395" y="2171108"/>
                  <a:pt x="7280395" y="2171108"/>
                  <a:pt x="7280395" y="2171108"/>
                </a:cubicBezTo>
                <a:cubicBezTo>
                  <a:pt x="7280395" y="2355850"/>
                  <a:pt x="7280395" y="2355850"/>
                  <a:pt x="7280395" y="2355850"/>
                </a:cubicBezTo>
                <a:cubicBezTo>
                  <a:pt x="7197722" y="2355850"/>
                  <a:pt x="7197722" y="2355850"/>
                  <a:pt x="7197722" y="2355850"/>
                </a:cubicBezTo>
                <a:cubicBezTo>
                  <a:pt x="7197722" y="1844675"/>
                  <a:pt x="7197722" y="1844675"/>
                  <a:pt x="7197722" y="1844675"/>
                </a:cubicBezTo>
                <a:close/>
                <a:moveTo>
                  <a:pt x="7945016" y="1833563"/>
                </a:moveTo>
                <a:cubicBezTo>
                  <a:pt x="8020028" y="1833563"/>
                  <a:pt x="8087706" y="1863673"/>
                  <a:pt x="8136527" y="1911974"/>
                </a:cubicBezTo>
                <a:cubicBezTo>
                  <a:pt x="8185138" y="1960274"/>
                  <a:pt x="8215310" y="2026976"/>
                  <a:pt x="8215310" y="2100368"/>
                </a:cubicBezTo>
                <a:cubicBezTo>
                  <a:pt x="8215310" y="2173760"/>
                  <a:pt x="8185138" y="2240461"/>
                  <a:pt x="8136527" y="2288762"/>
                </a:cubicBezTo>
                <a:cubicBezTo>
                  <a:pt x="8087706" y="2337063"/>
                  <a:pt x="8020028" y="2366963"/>
                  <a:pt x="7945016" y="2366963"/>
                </a:cubicBezTo>
                <a:cubicBezTo>
                  <a:pt x="7870004" y="2366963"/>
                  <a:pt x="7802745" y="2337063"/>
                  <a:pt x="7754134" y="2288762"/>
                </a:cubicBezTo>
                <a:cubicBezTo>
                  <a:pt x="7705523" y="2240461"/>
                  <a:pt x="7675560" y="2173760"/>
                  <a:pt x="7675560" y="2100368"/>
                </a:cubicBezTo>
                <a:cubicBezTo>
                  <a:pt x="7675560" y="2026976"/>
                  <a:pt x="7705523" y="1960274"/>
                  <a:pt x="7754134" y="1911974"/>
                </a:cubicBezTo>
                <a:cubicBezTo>
                  <a:pt x="7802745" y="1863673"/>
                  <a:pt x="7870004" y="1833563"/>
                  <a:pt x="7945016" y="1833563"/>
                </a:cubicBezTo>
                <a:close/>
                <a:moveTo>
                  <a:pt x="6834872" y="1833563"/>
                </a:moveTo>
                <a:cubicBezTo>
                  <a:pt x="6865690" y="1833563"/>
                  <a:pt x="6894831" y="1837536"/>
                  <a:pt x="6921875" y="1845482"/>
                </a:cubicBezTo>
                <a:cubicBezTo>
                  <a:pt x="6948919" y="1853218"/>
                  <a:pt x="6973658" y="1865136"/>
                  <a:pt x="6996090" y="1881028"/>
                </a:cubicBezTo>
                <a:cubicBezTo>
                  <a:pt x="6974496" y="1914692"/>
                  <a:pt x="6974496" y="1914692"/>
                  <a:pt x="6974496" y="1914692"/>
                </a:cubicBezTo>
                <a:cubicBezTo>
                  <a:pt x="6952903" y="1948356"/>
                  <a:pt x="6952903" y="1948356"/>
                  <a:pt x="6952903" y="1948356"/>
                </a:cubicBezTo>
                <a:cubicBezTo>
                  <a:pt x="6935712" y="1935183"/>
                  <a:pt x="6917263" y="1925774"/>
                  <a:pt x="6897556" y="1919501"/>
                </a:cubicBezTo>
                <a:cubicBezTo>
                  <a:pt x="6877850" y="1913228"/>
                  <a:pt x="6856885" y="1910301"/>
                  <a:pt x="6834243" y="1910301"/>
                </a:cubicBezTo>
                <a:cubicBezTo>
                  <a:pt x="6782461" y="1910301"/>
                  <a:pt x="6736548" y="1931001"/>
                  <a:pt x="6703424" y="1965084"/>
                </a:cubicBezTo>
                <a:cubicBezTo>
                  <a:pt x="6670510" y="1999166"/>
                  <a:pt x="6650384" y="2046631"/>
                  <a:pt x="6650384" y="2100368"/>
                </a:cubicBezTo>
                <a:cubicBezTo>
                  <a:pt x="6650384" y="2154105"/>
                  <a:pt x="6669671" y="2201779"/>
                  <a:pt x="6701957" y="2236070"/>
                </a:cubicBezTo>
                <a:cubicBezTo>
                  <a:pt x="6734242" y="2270152"/>
                  <a:pt x="6779526" y="2291062"/>
                  <a:pt x="6831308" y="2291062"/>
                </a:cubicBezTo>
                <a:cubicBezTo>
                  <a:pt x="6878898" y="2291062"/>
                  <a:pt x="6917473" y="2275798"/>
                  <a:pt x="6945984" y="2250498"/>
                </a:cubicBezTo>
                <a:cubicBezTo>
                  <a:pt x="6974496" y="2225197"/>
                  <a:pt x="6992735" y="2189442"/>
                  <a:pt x="6999863" y="2148460"/>
                </a:cubicBezTo>
                <a:cubicBezTo>
                  <a:pt x="6825438" y="2148460"/>
                  <a:pt x="6825438" y="2148460"/>
                  <a:pt x="6825438" y="2148460"/>
                </a:cubicBezTo>
                <a:cubicBezTo>
                  <a:pt x="6849128" y="2111241"/>
                  <a:pt x="6849128" y="2111241"/>
                  <a:pt x="6849128" y="2111241"/>
                </a:cubicBezTo>
                <a:cubicBezTo>
                  <a:pt x="6873028" y="2074022"/>
                  <a:pt x="6873028" y="2074022"/>
                  <a:pt x="6873028" y="2074022"/>
                </a:cubicBezTo>
                <a:cubicBezTo>
                  <a:pt x="7078061" y="2074022"/>
                  <a:pt x="7078061" y="2074022"/>
                  <a:pt x="7078061" y="2074022"/>
                </a:cubicBezTo>
                <a:cubicBezTo>
                  <a:pt x="7079319" y="2078204"/>
                  <a:pt x="7080158" y="2083849"/>
                  <a:pt x="7080787" y="2090540"/>
                </a:cubicBezTo>
                <a:cubicBezTo>
                  <a:pt x="7081415" y="2096813"/>
                  <a:pt x="7081835" y="2103922"/>
                  <a:pt x="7081835" y="2110613"/>
                </a:cubicBezTo>
                <a:cubicBezTo>
                  <a:pt x="7081835" y="2183378"/>
                  <a:pt x="7056258" y="2247361"/>
                  <a:pt x="7011813" y="2293362"/>
                </a:cubicBezTo>
                <a:cubicBezTo>
                  <a:pt x="6967788" y="2339363"/>
                  <a:pt x="6904894" y="2366963"/>
                  <a:pt x="6830470" y="2366963"/>
                </a:cubicBezTo>
                <a:cubicBezTo>
                  <a:pt x="6756255" y="2366963"/>
                  <a:pt x="6690007" y="2337481"/>
                  <a:pt x="6642417" y="2289389"/>
                </a:cubicBezTo>
                <a:cubicBezTo>
                  <a:pt x="6595037" y="2241088"/>
                  <a:pt x="6565897" y="2174387"/>
                  <a:pt x="6565897" y="2100368"/>
                </a:cubicBezTo>
                <a:cubicBezTo>
                  <a:pt x="6565897" y="2026139"/>
                  <a:pt x="6595876" y="1959438"/>
                  <a:pt x="6644514" y="1911346"/>
                </a:cubicBezTo>
                <a:cubicBezTo>
                  <a:pt x="6692942" y="1863255"/>
                  <a:pt x="6760238" y="1833563"/>
                  <a:pt x="6834872" y="1833563"/>
                </a:cubicBezTo>
                <a:close/>
                <a:moveTo>
                  <a:pt x="501650" y="1403350"/>
                </a:moveTo>
                <a:cubicBezTo>
                  <a:pt x="501650" y="1403350"/>
                  <a:pt x="501650" y="1403350"/>
                  <a:pt x="501650" y="1925638"/>
                </a:cubicBezTo>
                <a:cubicBezTo>
                  <a:pt x="501650" y="1925638"/>
                  <a:pt x="501650" y="1925638"/>
                  <a:pt x="842112" y="1925638"/>
                </a:cubicBezTo>
                <a:cubicBezTo>
                  <a:pt x="842112" y="1925638"/>
                  <a:pt x="842112" y="1925638"/>
                  <a:pt x="1182574" y="1925638"/>
                </a:cubicBezTo>
                <a:cubicBezTo>
                  <a:pt x="1258233" y="1925638"/>
                  <a:pt x="1326576" y="1896842"/>
                  <a:pt x="1375900" y="1849684"/>
                </a:cubicBezTo>
                <a:cubicBezTo>
                  <a:pt x="1425224" y="1802317"/>
                  <a:pt x="1455738" y="1736796"/>
                  <a:pt x="1455738" y="1662720"/>
                </a:cubicBezTo>
                <a:cubicBezTo>
                  <a:pt x="1455738" y="1588853"/>
                  <a:pt x="1425224" y="1523958"/>
                  <a:pt x="1375900" y="1477635"/>
                </a:cubicBezTo>
                <a:cubicBezTo>
                  <a:pt x="1326576" y="1431103"/>
                  <a:pt x="1258233" y="1403350"/>
                  <a:pt x="1182574" y="1403350"/>
                </a:cubicBezTo>
                <a:cubicBezTo>
                  <a:pt x="1182574" y="1403350"/>
                  <a:pt x="1182574" y="1403350"/>
                  <a:pt x="501650" y="1403350"/>
                </a:cubicBezTo>
                <a:close/>
                <a:moveTo>
                  <a:pt x="7349808" y="1012825"/>
                </a:moveTo>
                <a:cubicBezTo>
                  <a:pt x="7297999" y="1012825"/>
                  <a:pt x="7251643" y="1033706"/>
                  <a:pt x="7218292" y="1067952"/>
                </a:cubicBezTo>
                <a:cubicBezTo>
                  <a:pt x="7184731" y="1102197"/>
                  <a:pt x="7164385" y="1149598"/>
                  <a:pt x="7164385" y="1202427"/>
                </a:cubicBezTo>
                <a:cubicBezTo>
                  <a:pt x="7164385" y="1255466"/>
                  <a:pt x="7184731" y="1302866"/>
                  <a:pt x="7218292" y="1336903"/>
                </a:cubicBezTo>
                <a:cubicBezTo>
                  <a:pt x="7251643" y="1371148"/>
                  <a:pt x="7297999" y="1392238"/>
                  <a:pt x="7349808" y="1392238"/>
                </a:cubicBezTo>
                <a:cubicBezTo>
                  <a:pt x="7401827" y="1392238"/>
                  <a:pt x="7448393" y="1371357"/>
                  <a:pt x="7481953" y="1337320"/>
                </a:cubicBezTo>
                <a:cubicBezTo>
                  <a:pt x="7515304" y="1303075"/>
                  <a:pt x="7535860" y="1255675"/>
                  <a:pt x="7535860" y="1202427"/>
                </a:cubicBezTo>
                <a:cubicBezTo>
                  <a:pt x="7535860" y="1149598"/>
                  <a:pt x="7515304" y="1102197"/>
                  <a:pt x="7481534" y="1067952"/>
                </a:cubicBezTo>
                <a:cubicBezTo>
                  <a:pt x="7447973" y="1033706"/>
                  <a:pt x="7401408" y="1012825"/>
                  <a:pt x="7349808" y="1012825"/>
                </a:cubicBezTo>
                <a:close/>
                <a:moveTo>
                  <a:pt x="10448922" y="946150"/>
                </a:moveTo>
                <a:lnTo>
                  <a:pt x="10552110" y="946150"/>
                </a:lnTo>
                <a:lnTo>
                  <a:pt x="10671172" y="1139825"/>
                </a:lnTo>
                <a:lnTo>
                  <a:pt x="10790235" y="1333501"/>
                </a:lnTo>
                <a:lnTo>
                  <a:pt x="10790235" y="946150"/>
                </a:lnTo>
                <a:lnTo>
                  <a:pt x="10869610" y="946150"/>
                </a:lnTo>
                <a:lnTo>
                  <a:pt x="10869610" y="1458913"/>
                </a:lnTo>
                <a:lnTo>
                  <a:pt x="10772772" y="1458913"/>
                </a:lnTo>
                <a:lnTo>
                  <a:pt x="10650535" y="1260475"/>
                </a:lnTo>
                <a:lnTo>
                  <a:pt x="10528297" y="1062038"/>
                </a:lnTo>
                <a:lnTo>
                  <a:pt x="10528297" y="1458913"/>
                </a:lnTo>
                <a:lnTo>
                  <a:pt x="10448922" y="1458913"/>
                </a:lnTo>
                <a:close/>
                <a:moveTo>
                  <a:pt x="10185397" y="946150"/>
                </a:moveTo>
                <a:lnTo>
                  <a:pt x="10267947" y="946150"/>
                </a:lnTo>
                <a:lnTo>
                  <a:pt x="10267947" y="1458913"/>
                </a:lnTo>
                <a:lnTo>
                  <a:pt x="10185397" y="1458913"/>
                </a:lnTo>
                <a:close/>
                <a:moveTo>
                  <a:pt x="9656760" y="946150"/>
                </a:moveTo>
                <a:lnTo>
                  <a:pt x="10059985" y="946150"/>
                </a:lnTo>
                <a:lnTo>
                  <a:pt x="10059985" y="1022350"/>
                </a:lnTo>
                <a:lnTo>
                  <a:pt x="9899648" y="1022350"/>
                </a:lnTo>
                <a:lnTo>
                  <a:pt x="9899648" y="1458913"/>
                </a:lnTo>
                <a:lnTo>
                  <a:pt x="9817098" y="1458913"/>
                </a:lnTo>
                <a:lnTo>
                  <a:pt x="9817098" y="1022350"/>
                </a:lnTo>
                <a:lnTo>
                  <a:pt x="9656760" y="1022350"/>
                </a:lnTo>
                <a:close/>
                <a:moveTo>
                  <a:pt x="9336085" y="946150"/>
                </a:moveTo>
                <a:lnTo>
                  <a:pt x="9418635" y="946150"/>
                </a:lnTo>
                <a:lnTo>
                  <a:pt x="9418635" y="1382713"/>
                </a:lnTo>
                <a:lnTo>
                  <a:pt x="9671048" y="1382713"/>
                </a:lnTo>
                <a:lnTo>
                  <a:pt x="9671048" y="1458913"/>
                </a:lnTo>
                <a:lnTo>
                  <a:pt x="9336085" y="1458913"/>
                </a:lnTo>
                <a:close/>
                <a:moveTo>
                  <a:pt x="8766172" y="946150"/>
                </a:moveTo>
                <a:cubicBezTo>
                  <a:pt x="8848414" y="946150"/>
                  <a:pt x="8848414" y="946150"/>
                  <a:pt x="8848414" y="946150"/>
                </a:cubicBezTo>
                <a:cubicBezTo>
                  <a:pt x="8848414" y="1260391"/>
                  <a:pt x="8848414" y="1260391"/>
                  <a:pt x="8848414" y="1260391"/>
                </a:cubicBezTo>
                <a:cubicBezTo>
                  <a:pt x="8848414" y="1297706"/>
                  <a:pt x="8861356" y="1331038"/>
                  <a:pt x="8883900" y="1355146"/>
                </a:cubicBezTo>
                <a:cubicBezTo>
                  <a:pt x="8906443" y="1379044"/>
                  <a:pt x="8939006" y="1393718"/>
                  <a:pt x="8978249" y="1393718"/>
                </a:cubicBezTo>
                <a:cubicBezTo>
                  <a:pt x="9017074" y="1393718"/>
                  <a:pt x="9049219" y="1379044"/>
                  <a:pt x="9071972" y="1355146"/>
                </a:cubicBezTo>
                <a:cubicBezTo>
                  <a:pt x="9094515" y="1331038"/>
                  <a:pt x="9107457" y="1297706"/>
                  <a:pt x="9107457" y="1260391"/>
                </a:cubicBezTo>
                <a:cubicBezTo>
                  <a:pt x="9107457" y="946150"/>
                  <a:pt x="9107457" y="946150"/>
                  <a:pt x="9107457" y="946150"/>
                </a:cubicBezTo>
                <a:cubicBezTo>
                  <a:pt x="9188447" y="946150"/>
                  <a:pt x="9188447" y="946150"/>
                  <a:pt x="9188447" y="946150"/>
                </a:cubicBezTo>
                <a:cubicBezTo>
                  <a:pt x="9188447" y="1261230"/>
                  <a:pt x="9188447" y="1261230"/>
                  <a:pt x="9188447" y="1261230"/>
                </a:cubicBezTo>
                <a:cubicBezTo>
                  <a:pt x="9188447" y="1321185"/>
                  <a:pt x="9166112" y="1373384"/>
                  <a:pt x="9128539" y="1410489"/>
                </a:cubicBezTo>
                <a:cubicBezTo>
                  <a:pt x="9090758" y="1447804"/>
                  <a:pt x="9038156" y="1470025"/>
                  <a:pt x="8977623" y="1470025"/>
                </a:cubicBezTo>
                <a:cubicBezTo>
                  <a:pt x="8917089" y="1470025"/>
                  <a:pt x="8864278" y="1447804"/>
                  <a:pt x="8826497" y="1410489"/>
                </a:cubicBezTo>
                <a:cubicBezTo>
                  <a:pt x="8788716" y="1373384"/>
                  <a:pt x="8766172" y="1321185"/>
                  <a:pt x="8766172" y="1261230"/>
                </a:cubicBezTo>
                <a:cubicBezTo>
                  <a:pt x="8766172" y="946150"/>
                  <a:pt x="8766172" y="946150"/>
                  <a:pt x="8766172" y="946150"/>
                </a:cubicBezTo>
                <a:close/>
                <a:moveTo>
                  <a:pt x="7737472" y="946150"/>
                </a:moveTo>
                <a:lnTo>
                  <a:pt x="7839072" y="946150"/>
                </a:lnTo>
                <a:lnTo>
                  <a:pt x="7958134" y="1139825"/>
                </a:lnTo>
                <a:lnTo>
                  <a:pt x="8077197" y="1333501"/>
                </a:lnTo>
                <a:lnTo>
                  <a:pt x="8077197" y="946150"/>
                </a:lnTo>
                <a:lnTo>
                  <a:pt x="8156572" y="946150"/>
                </a:lnTo>
                <a:lnTo>
                  <a:pt x="8156572" y="1458913"/>
                </a:lnTo>
                <a:lnTo>
                  <a:pt x="8061322" y="1458913"/>
                </a:lnTo>
                <a:lnTo>
                  <a:pt x="7939084" y="1260475"/>
                </a:lnTo>
                <a:lnTo>
                  <a:pt x="7815259" y="1062038"/>
                </a:lnTo>
                <a:lnTo>
                  <a:pt x="7815259" y="1458913"/>
                </a:lnTo>
                <a:lnTo>
                  <a:pt x="7737472" y="1458913"/>
                </a:lnTo>
                <a:close/>
                <a:moveTo>
                  <a:pt x="11253544" y="936625"/>
                </a:moveTo>
                <a:cubicBezTo>
                  <a:pt x="11284280" y="936625"/>
                  <a:pt x="11313343" y="940389"/>
                  <a:pt x="11340315" y="948334"/>
                </a:cubicBezTo>
                <a:cubicBezTo>
                  <a:pt x="11367287" y="956071"/>
                  <a:pt x="11391959" y="967989"/>
                  <a:pt x="11414331" y="984090"/>
                </a:cubicBezTo>
                <a:cubicBezTo>
                  <a:pt x="11392795" y="1017545"/>
                  <a:pt x="11392795" y="1017545"/>
                  <a:pt x="11392795" y="1017545"/>
                </a:cubicBezTo>
                <a:cubicBezTo>
                  <a:pt x="11371260" y="1051209"/>
                  <a:pt x="11371260" y="1051209"/>
                  <a:pt x="11371260" y="1051209"/>
                </a:cubicBezTo>
                <a:cubicBezTo>
                  <a:pt x="11354114" y="1038036"/>
                  <a:pt x="11335715" y="1028627"/>
                  <a:pt x="11316270" y="1022354"/>
                </a:cubicBezTo>
                <a:cubicBezTo>
                  <a:pt x="11296616" y="1016290"/>
                  <a:pt x="11275498" y="1013363"/>
                  <a:pt x="11252917" y="1013363"/>
                </a:cubicBezTo>
                <a:cubicBezTo>
                  <a:pt x="11201273" y="1013363"/>
                  <a:pt x="11155483" y="1034063"/>
                  <a:pt x="11122657" y="1067936"/>
                </a:cubicBezTo>
                <a:cubicBezTo>
                  <a:pt x="11089622" y="1102019"/>
                  <a:pt x="11069549" y="1149692"/>
                  <a:pt x="11069549" y="1203221"/>
                </a:cubicBezTo>
                <a:cubicBezTo>
                  <a:pt x="11069549" y="1256958"/>
                  <a:pt x="11088785" y="1304631"/>
                  <a:pt x="11120984" y="1338923"/>
                </a:cubicBezTo>
                <a:cubicBezTo>
                  <a:pt x="11153393" y="1373214"/>
                  <a:pt x="11198346" y="1394124"/>
                  <a:pt x="11249990" y="1394124"/>
                </a:cubicBezTo>
                <a:cubicBezTo>
                  <a:pt x="11297452" y="1394124"/>
                  <a:pt x="11335924" y="1378860"/>
                  <a:pt x="11364360" y="1353350"/>
                </a:cubicBezTo>
                <a:cubicBezTo>
                  <a:pt x="11392795" y="1328050"/>
                  <a:pt x="11410986" y="1292295"/>
                  <a:pt x="11418095" y="1251521"/>
                </a:cubicBezTo>
                <a:cubicBezTo>
                  <a:pt x="11244136" y="1251521"/>
                  <a:pt x="11244136" y="1251521"/>
                  <a:pt x="11244136" y="1251521"/>
                </a:cubicBezTo>
                <a:cubicBezTo>
                  <a:pt x="11267971" y="1214303"/>
                  <a:pt x="11267971" y="1214303"/>
                  <a:pt x="11267971" y="1214303"/>
                </a:cubicBezTo>
                <a:cubicBezTo>
                  <a:pt x="11291598" y="1177084"/>
                  <a:pt x="11291598" y="1177084"/>
                  <a:pt x="11291598" y="1177084"/>
                </a:cubicBezTo>
                <a:cubicBezTo>
                  <a:pt x="11496083" y="1177084"/>
                  <a:pt x="11496083" y="1177084"/>
                  <a:pt x="11496083" y="1177084"/>
                </a:cubicBezTo>
                <a:cubicBezTo>
                  <a:pt x="11497338" y="1181057"/>
                  <a:pt x="11498174" y="1186911"/>
                  <a:pt x="11498802" y="1193393"/>
                </a:cubicBezTo>
                <a:cubicBezTo>
                  <a:pt x="11499429" y="1199875"/>
                  <a:pt x="11499847" y="1206984"/>
                  <a:pt x="11499847" y="1213466"/>
                </a:cubicBezTo>
                <a:cubicBezTo>
                  <a:pt x="11499847" y="1286231"/>
                  <a:pt x="11474339" y="1350214"/>
                  <a:pt x="11430222" y="1396215"/>
                </a:cubicBezTo>
                <a:cubicBezTo>
                  <a:pt x="11386105" y="1442216"/>
                  <a:pt x="11323379" y="1470025"/>
                  <a:pt x="11249154" y="1470025"/>
                </a:cubicBezTo>
                <a:cubicBezTo>
                  <a:pt x="11175137" y="1470025"/>
                  <a:pt x="11109066" y="1440334"/>
                  <a:pt x="11061813" y="1392242"/>
                </a:cubicBezTo>
                <a:cubicBezTo>
                  <a:pt x="11014351" y="1344150"/>
                  <a:pt x="10985497" y="1277449"/>
                  <a:pt x="10985497" y="1203221"/>
                </a:cubicBezTo>
                <a:cubicBezTo>
                  <a:pt x="10985497" y="1129201"/>
                  <a:pt x="11015187" y="1062500"/>
                  <a:pt x="11063695" y="1014408"/>
                </a:cubicBezTo>
                <a:cubicBezTo>
                  <a:pt x="11111994" y="966317"/>
                  <a:pt x="11179110" y="936625"/>
                  <a:pt x="11253544" y="936625"/>
                </a:cubicBezTo>
                <a:close/>
                <a:moveTo>
                  <a:pt x="8471697" y="936625"/>
                </a:moveTo>
                <a:cubicBezTo>
                  <a:pt x="8502452" y="936625"/>
                  <a:pt x="8530906" y="941434"/>
                  <a:pt x="8556850" y="949798"/>
                </a:cubicBezTo>
                <a:cubicBezTo>
                  <a:pt x="8582793" y="958162"/>
                  <a:pt x="8606225" y="970080"/>
                  <a:pt x="8626729" y="984717"/>
                </a:cubicBezTo>
                <a:cubicBezTo>
                  <a:pt x="8626729" y="984717"/>
                  <a:pt x="8626729" y="984717"/>
                  <a:pt x="8606225" y="1017336"/>
                </a:cubicBezTo>
                <a:cubicBezTo>
                  <a:pt x="8606225" y="1017336"/>
                  <a:pt x="8606225" y="1017336"/>
                  <a:pt x="8585722" y="1049745"/>
                </a:cubicBezTo>
                <a:cubicBezTo>
                  <a:pt x="8566474" y="1037409"/>
                  <a:pt x="8547644" y="1027581"/>
                  <a:pt x="8528605" y="1021099"/>
                </a:cubicBezTo>
                <a:cubicBezTo>
                  <a:pt x="8509775" y="1014617"/>
                  <a:pt x="8490736" y="1011063"/>
                  <a:pt x="8471070" y="1011063"/>
                </a:cubicBezTo>
                <a:cubicBezTo>
                  <a:pt x="8441151" y="1011063"/>
                  <a:pt x="8418974" y="1019217"/>
                  <a:pt x="8404328" y="1032181"/>
                </a:cubicBezTo>
                <a:cubicBezTo>
                  <a:pt x="8389683" y="1045354"/>
                  <a:pt x="8382570" y="1063755"/>
                  <a:pt x="8382570" y="1084246"/>
                </a:cubicBezTo>
                <a:cubicBezTo>
                  <a:pt x="8382570" y="1108292"/>
                  <a:pt x="8393449" y="1123556"/>
                  <a:pt x="8412697" y="1135474"/>
                </a:cubicBezTo>
                <a:cubicBezTo>
                  <a:pt x="8432155" y="1147183"/>
                  <a:pt x="8459772" y="1155338"/>
                  <a:pt x="8493038" y="1165165"/>
                </a:cubicBezTo>
                <a:cubicBezTo>
                  <a:pt x="8532789" y="1177293"/>
                  <a:pt x="8571704" y="1190257"/>
                  <a:pt x="8600786" y="1212421"/>
                </a:cubicBezTo>
                <a:cubicBezTo>
                  <a:pt x="8629658" y="1234585"/>
                  <a:pt x="8648697" y="1265740"/>
                  <a:pt x="8648697" y="1314250"/>
                </a:cubicBezTo>
                <a:cubicBezTo>
                  <a:pt x="8648697" y="1359205"/>
                  <a:pt x="8632169" y="1398097"/>
                  <a:pt x="8601413" y="1425906"/>
                </a:cubicBezTo>
                <a:cubicBezTo>
                  <a:pt x="8570658" y="1453507"/>
                  <a:pt x="8525467" y="1470025"/>
                  <a:pt x="8468140" y="1470025"/>
                </a:cubicBezTo>
                <a:cubicBezTo>
                  <a:pt x="8427552" y="1470025"/>
                  <a:pt x="8393031" y="1463125"/>
                  <a:pt x="8363531" y="1452461"/>
                </a:cubicBezTo>
                <a:cubicBezTo>
                  <a:pt x="8333821" y="1441797"/>
                  <a:pt x="8308715" y="1427161"/>
                  <a:pt x="8286747" y="1411479"/>
                </a:cubicBezTo>
                <a:cubicBezTo>
                  <a:pt x="8286747" y="1411479"/>
                  <a:pt x="8286747" y="1411479"/>
                  <a:pt x="8307251" y="1379069"/>
                </a:cubicBezTo>
                <a:cubicBezTo>
                  <a:pt x="8307251" y="1379069"/>
                  <a:pt x="8307251" y="1379069"/>
                  <a:pt x="8327754" y="1346450"/>
                </a:cubicBezTo>
                <a:cubicBezTo>
                  <a:pt x="8349931" y="1360669"/>
                  <a:pt x="8372318" y="1373005"/>
                  <a:pt x="8395541" y="1381578"/>
                </a:cubicBezTo>
                <a:cubicBezTo>
                  <a:pt x="8418765" y="1390360"/>
                  <a:pt x="8442825" y="1395378"/>
                  <a:pt x="8468768" y="1395378"/>
                </a:cubicBezTo>
                <a:cubicBezTo>
                  <a:pt x="8500569" y="1395378"/>
                  <a:pt x="8525048" y="1387224"/>
                  <a:pt x="8541367" y="1373633"/>
                </a:cubicBezTo>
                <a:cubicBezTo>
                  <a:pt x="8557686" y="1360041"/>
                  <a:pt x="8566055" y="1341014"/>
                  <a:pt x="8566055" y="1319477"/>
                </a:cubicBezTo>
                <a:cubicBezTo>
                  <a:pt x="8566055" y="1295640"/>
                  <a:pt x="8554967" y="1280376"/>
                  <a:pt x="8535509" y="1268458"/>
                </a:cubicBezTo>
                <a:cubicBezTo>
                  <a:pt x="8516261" y="1256540"/>
                  <a:pt x="8488644" y="1248176"/>
                  <a:pt x="8455587" y="1238348"/>
                </a:cubicBezTo>
                <a:cubicBezTo>
                  <a:pt x="8415417" y="1226221"/>
                  <a:pt x="8376502" y="1213466"/>
                  <a:pt x="8347630" y="1191511"/>
                </a:cubicBezTo>
                <a:cubicBezTo>
                  <a:pt x="8318758" y="1169556"/>
                  <a:pt x="8299928" y="1138192"/>
                  <a:pt x="8299928" y="1089264"/>
                </a:cubicBezTo>
                <a:cubicBezTo>
                  <a:pt x="8299928" y="1044727"/>
                  <a:pt x="8315829" y="1006463"/>
                  <a:pt x="8345329" y="979489"/>
                </a:cubicBezTo>
                <a:cubicBezTo>
                  <a:pt x="8374828" y="952516"/>
                  <a:pt x="8417718" y="936625"/>
                  <a:pt x="8471697" y="936625"/>
                </a:cubicBezTo>
                <a:close/>
                <a:moveTo>
                  <a:pt x="7349808" y="936625"/>
                </a:moveTo>
                <a:cubicBezTo>
                  <a:pt x="7424849" y="936625"/>
                  <a:pt x="7492344" y="966526"/>
                  <a:pt x="7541183" y="1014826"/>
                </a:cubicBezTo>
                <a:cubicBezTo>
                  <a:pt x="7590023" y="1063127"/>
                  <a:pt x="7619997" y="1129828"/>
                  <a:pt x="7619997" y="1203221"/>
                </a:cubicBezTo>
                <a:cubicBezTo>
                  <a:pt x="7619997" y="1276613"/>
                  <a:pt x="7590023" y="1343314"/>
                  <a:pt x="7541183" y="1391615"/>
                </a:cubicBezTo>
                <a:cubicBezTo>
                  <a:pt x="7492344" y="1440125"/>
                  <a:pt x="7424849" y="1470025"/>
                  <a:pt x="7349808" y="1470025"/>
                </a:cubicBezTo>
                <a:cubicBezTo>
                  <a:pt x="7274767" y="1470025"/>
                  <a:pt x="7207272" y="1440125"/>
                  <a:pt x="7158642" y="1391615"/>
                </a:cubicBezTo>
                <a:cubicBezTo>
                  <a:pt x="7110012" y="1343314"/>
                  <a:pt x="7080247" y="1276613"/>
                  <a:pt x="7080247" y="1203221"/>
                </a:cubicBezTo>
                <a:cubicBezTo>
                  <a:pt x="7080247" y="1129828"/>
                  <a:pt x="7110012" y="1063127"/>
                  <a:pt x="7158642" y="1014826"/>
                </a:cubicBezTo>
                <a:cubicBezTo>
                  <a:pt x="7207272" y="966526"/>
                  <a:pt x="7274767" y="936625"/>
                  <a:pt x="7349808" y="936625"/>
                </a:cubicBezTo>
                <a:close/>
                <a:moveTo>
                  <a:pt x="6837427" y="936625"/>
                </a:moveTo>
                <a:cubicBezTo>
                  <a:pt x="6874092" y="936625"/>
                  <a:pt x="6904891" y="941852"/>
                  <a:pt x="6932756" y="951680"/>
                </a:cubicBezTo>
                <a:cubicBezTo>
                  <a:pt x="6960412" y="961507"/>
                  <a:pt x="6984925" y="975726"/>
                  <a:pt x="7008810" y="993499"/>
                </a:cubicBezTo>
                <a:cubicBezTo>
                  <a:pt x="7008810" y="993499"/>
                  <a:pt x="7008810" y="993499"/>
                  <a:pt x="6987439" y="1026745"/>
                </a:cubicBezTo>
                <a:cubicBezTo>
                  <a:pt x="6987439" y="1026745"/>
                  <a:pt x="6987439" y="1026745"/>
                  <a:pt x="6966278" y="1059991"/>
                </a:cubicBezTo>
                <a:cubicBezTo>
                  <a:pt x="6946584" y="1044727"/>
                  <a:pt x="6926680" y="1032809"/>
                  <a:pt x="6904891" y="1024863"/>
                </a:cubicBezTo>
                <a:cubicBezTo>
                  <a:pt x="6883101" y="1016708"/>
                  <a:pt x="6859845" y="1012526"/>
                  <a:pt x="6833027" y="1012526"/>
                </a:cubicBezTo>
                <a:cubicBezTo>
                  <a:pt x="6782115" y="1012526"/>
                  <a:pt x="6736441" y="1033436"/>
                  <a:pt x="6703338" y="1067727"/>
                </a:cubicBezTo>
                <a:cubicBezTo>
                  <a:pt x="6670444" y="1102019"/>
                  <a:pt x="6649912" y="1149483"/>
                  <a:pt x="6649912" y="1203221"/>
                </a:cubicBezTo>
                <a:cubicBezTo>
                  <a:pt x="6649912" y="1256958"/>
                  <a:pt x="6670444" y="1304631"/>
                  <a:pt x="6703338" y="1338923"/>
                </a:cubicBezTo>
                <a:cubicBezTo>
                  <a:pt x="6736441" y="1373214"/>
                  <a:pt x="6782115" y="1393915"/>
                  <a:pt x="6833027" y="1393915"/>
                </a:cubicBezTo>
                <a:cubicBezTo>
                  <a:pt x="6859845" y="1393915"/>
                  <a:pt x="6883101" y="1389733"/>
                  <a:pt x="6904891" y="1381787"/>
                </a:cubicBezTo>
                <a:cubicBezTo>
                  <a:pt x="6926680" y="1373633"/>
                  <a:pt x="6946584" y="1361923"/>
                  <a:pt x="6966278" y="1346450"/>
                </a:cubicBezTo>
                <a:cubicBezTo>
                  <a:pt x="6966278" y="1346450"/>
                  <a:pt x="6966278" y="1346450"/>
                  <a:pt x="6987439" y="1379696"/>
                </a:cubicBezTo>
                <a:cubicBezTo>
                  <a:pt x="6987439" y="1379696"/>
                  <a:pt x="6987439" y="1379696"/>
                  <a:pt x="7008810" y="1412942"/>
                </a:cubicBezTo>
                <a:cubicBezTo>
                  <a:pt x="6984925" y="1430924"/>
                  <a:pt x="6960412" y="1445143"/>
                  <a:pt x="6932756" y="1454970"/>
                </a:cubicBezTo>
                <a:cubicBezTo>
                  <a:pt x="6904891" y="1464589"/>
                  <a:pt x="6874092" y="1470025"/>
                  <a:pt x="6837427" y="1470025"/>
                </a:cubicBezTo>
                <a:cubicBezTo>
                  <a:pt x="6761373" y="1470025"/>
                  <a:pt x="6693491" y="1440334"/>
                  <a:pt x="6644674" y="1392242"/>
                </a:cubicBezTo>
                <a:cubicBezTo>
                  <a:pt x="6595648" y="1344150"/>
                  <a:pt x="6565897" y="1277449"/>
                  <a:pt x="6565897" y="1203221"/>
                </a:cubicBezTo>
                <a:cubicBezTo>
                  <a:pt x="6565897" y="1129201"/>
                  <a:pt x="6595648" y="1062500"/>
                  <a:pt x="6644674" y="1014408"/>
                </a:cubicBezTo>
                <a:cubicBezTo>
                  <a:pt x="6693491" y="966107"/>
                  <a:pt x="6761373" y="936625"/>
                  <a:pt x="6837427" y="936625"/>
                </a:cubicBezTo>
                <a:close/>
                <a:moveTo>
                  <a:pt x="501650" y="477838"/>
                </a:moveTo>
                <a:cubicBezTo>
                  <a:pt x="501650" y="477838"/>
                  <a:pt x="501650" y="477838"/>
                  <a:pt x="501650" y="981076"/>
                </a:cubicBezTo>
                <a:cubicBezTo>
                  <a:pt x="501650" y="981076"/>
                  <a:pt x="501650" y="981076"/>
                  <a:pt x="786010" y="981076"/>
                </a:cubicBezTo>
                <a:cubicBezTo>
                  <a:pt x="786010" y="981076"/>
                  <a:pt x="786010" y="981076"/>
                  <a:pt x="1070579" y="981076"/>
                </a:cubicBezTo>
                <a:cubicBezTo>
                  <a:pt x="1142870" y="981076"/>
                  <a:pt x="1207013" y="953710"/>
                  <a:pt x="1253188" y="908588"/>
                </a:cubicBezTo>
                <a:cubicBezTo>
                  <a:pt x="1299153" y="863466"/>
                  <a:pt x="1327150" y="800169"/>
                  <a:pt x="1327150" y="727681"/>
                </a:cubicBezTo>
                <a:cubicBezTo>
                  <a:pt x="1327150" y="655402"/>
                  <a:pt x="1299153" y="592942"/>
                  <a:pt x="1253188" y="548446"/>
                </a:cubicBezTo>
                <a:cubicBezTo>
                  <a:pt x="1207013" y="503951"/>
                  <a:pt x="1142870" y="477838"/>
                  <a:pt x="1070579" y="477838"/>
                </a:cubicBezTo>
                <a:cubicBezTo>
                  <a:pt x="1070579" y="477838"/>
                  <a:pt x="1070579" y="477838"/>
                  <a:pt x="501650" y="477838"/>
                </a:cubicBezTo>
                <a:close/>
                <a:moveTo>
                  <a:pt x="6675435" y="336550"/>
                </a:moveTo>
                <a:cubicBezTo>
                  <a:pt x="6675435" y="487363"/>
                  <a:pt x="6675435" y="487363"/>
                  <a:pt x="6675435" y="487363"/>
                </a:cubicBezTo>
                <a:cubicBezTo>
                  <a:pt x="6808467" y="487363"/>
                  <a:pt x="6808467" y="487363"/>
                  <a:pt x="6808467" y="487363"/>
                </a:cubicBezTo>
                <a:cubicBezTo>
                  <a:pt x="6831475" y="487363"/>
                  <a:pt x="6851346" y="478985"/>
                  <a:pt x="6865570" y="465370"/>
                </a:cubicBezTo>
                <a:cubicBezTo>
                  <a:pt x="6879793" y="451755"/>
                  <a:pt x="6888160" y="432903"/>
                  <a:pt x="6888160" y="411957"/>
                </a:cubicBezTo>
                <a:cubicBezTo>
                  <a:pt x="6888160" y="390801"/>
                  <a:pt x="6879793" y="371949"/>
                  <a:pt x="6865570" y="358334"/>
                </a:cubicBezTo>
                <a:cubicBezTo>
                  <a:pt x="6851346" y="344719"/>
                  <a:pt x="6831475" y="336550"/>
                  <a:pt x="6808467" y="336550"/>
                </a:cubicBezTo>
                <a:cubicBezTo>
                  <a:pt x="6675435" y="336550"/>
                  <a:pt x="6675435" y="336550"/>
                  <a:pt x="6675435" y="336550"/>
                </a:cubicBezTo>
                <a:close/>
                <a:moveTo>
                  <a:pt x="6675435" y="122238"/>
                </a:moveTo>
                <a:cubicBezTo>
                  <a:pt x="6675435" y="265113"/>
                  <a:pt x="6675435" y="265113"/>
                  <a:pt x="6675435" y="265113"/>
                </a:cubicBezTo>
                <a:cubicBezTo>
                  <a:pt x="6795279" y="265113"/>
                  <a:pt x="6795279" y="265113"/>
                  <a:pt x="6795279" y="265113"/>
                </a:cubicBezTo>
                <a:cubicBezTo>
                  <a:pt x="6816822" y="265113"/>
                  <a:pt x="6835228" y="257396"/>
                  <a:pt x="6848404" y="244673"/>
                </a:cubicBezTo>
                <a:cubicBezTo>
                  <a:pt x="6861372" y="231949"/>
                  <a:pt x="6869110" y="214012"/>
                  <a:pt x="6869110" y="193571"/>
                </a:cubicBezTo>
                <a:cubicBezTo>
                  <a:pt x="6869110" y="173131"/>
                  <a:pt x="6861372" y="155402"/>
                  <a:pt x="6848404" y="142679"/>
                </a:cubicBezTo>
                <a:cubicBezTo>
                  <a:pt x="6835228" y="129747"/>
                  <a:pt x="6816822" y="122238"/>
                  <a:pt x="6795279" y="122238"/>
                </a:cubicBezTo>
                <a:cubicBezTo>
                  <a:pt x="6675435" y="122238"/>
                  <a:pt x="6675435" y="122238"/>
                  <a:pt x="6675435" y="122238"/>
                </a:cubicBezTo>
                <a:close/>
                <a:moveTo>
                  <a:pt x="8850791" y="114300"/>
                </a:moveTo>
                <a:cubicBezTo>
                  <a:pt x="8799203" y="114300"/>
                  <a:pt x="8753045" y="135269"/>
                  <a:pt x="8719837" y="169657"/>
                </a:cubicBezTo>
                <a:cubicBezTo>
                  <a:pt x="8686419" y="204046"/>
                  <a:pt x="8666160" y="251645"/>
                  <a:pt x="8666160" y="304905"/>
                </a:cubicBezTo>
                <a:cubicBezTo>
                  <a:pt x="8666160" y="357956"/>
                  <a:pt x="8686419" y="405554"/>
                  <a:pt x="8719837" y="439943"/>
                </a:cubicBezTo>
                <a:cubicBezTo>
                  <a:pt x="8753045" y="474332"/>
                  <a:pt x="8799203" y="495300"/>
                  <a:pt x="8850791" y="495300"/>
                </a:cubicBezTo>
                <a:cubicBezTo>
                  <a:pt x="8902588" y="495300"/>
                  <a:pt x="8948954" y="474541"/>
                  <a:pt x="8982163" y="440153"/>
                </a:cubicBezTo>
                <a:cubicBezTo>
                  <a:pt x="9015580" y="405974"/>
                  <a:pt x="9036048" y="358375"/>
                  <a:pt x="9036048" y="304905"/>
                </a:cubicBezTo>
                <a:cubicBezTo>
                  <a:pt x="9036048" y="251645"/>
                  <a:pt x="9015371" y="204046"/>
                  <a:pt x="8981954" y="169657"/>
                </a:cubicBezTo>
                <a:cubicBezTo>
                  <a:pt x="8948536" y="135269"/>
                  <a:pt x="8902170" y="114300"/>
                  <a:pt x="8850791" y="114300"/>
                </a:cubicBezTo>
                <a:close/>
                <a:moveTo>
                  <a:pt x="7335415" y="114300"/>
                </a:moveTo>
                <a:cubicBezTo>
                  <a:pt x="7283845" y="114300"/>
                  <a:pt x="7237515" y="135269"/>
                  <a:pt x="7203974" y="169657"/>
                </a:cubicBezTo>
                <a:cubicBezTo>
                  <a:pt x="7170642" y="204046"/>
                  <a:pt x="7150097" y="251645"/>
                  <a:pt x="7150097" y="304905"/>
                </a:cubicBezTo>
                <a:cubicBezTo>
                  <a:pt x="7150097" y="357956"/>
                  <a:pt x="7170642" y="405554"/>
                  <a:pt x="7203974" y="439943"/>
                </a:cubicBezTo>
                <a:cubicBezTo>
                  <a:pt x="7237515" y="474332"/>
                  <a:pt x="7283845" y="495300"/>
                  <a:pt x="7335415" y="495300"/>
                </a:cubicBezTo>
                <a:cubicBezTo>
                  <a:pt x="7387405" y="495300"/>
                  <a:pt x="7433944" y="474541"/>
                  <a:pt x="7467486" y="440153"/>
                </a:cubicBezTo>
                <a:cubicBezTo>
                  <a:pt x="7501028" y="405974"/>
                  <a:pt x="7521572" y="358375"/>
                  <a:pt x="7521572" y="304905"/>
                </a:cubicBezTo>
                <a:cubicBezTo>
                  <a:pt x="7521572" y="251645"/>
                  <a:pt x="7500818" y="204046"/>
                  <a:pt x="7467067" y="169657"/>
                </a:cubicBezTo>
                <a:cubicBezTo>
                  <a:pt x="7433525" y="135269"/>
                  <a:pt x="7386986" y="114300"/>
                  <a:pt x="7335415" y="114300"/>
                </a:cubicBezTo>
                <a:close/>
                <a:moveTo>
                  <a:pt x="9237660" y="49213"/>
                </a:moveTo>
                <a:lnTo>
                  <a:pt x="9339260" y="49213"/>
                </a:lnTo>
                <a:lnTo>
                  <a:pt x="9458322" y="242888"/>
                </a:lnTo>
                <a:lnTo>
                  <a:pt x="9578972" y="436563"/>
                </a:lnTo>
                <a:lnTo>
                  <a:pt x="9578972" y="49213"/>
                </a:lnTo>
                <a:lnTo>
                  <a:pt x="9656760" y="49213"/>
                </a:lnTo>
                <a:lnTo>
                  <a:pt x="9656760" y="560388"/>
                </a:lnTo>
                <a:lnTo>
                  <a:pt x="9561510" y="560388"/>
                </a:lnTo>
                <a:lnTo>
                  <a:pt x="9439272" y="363538"/>
                </a:lnTo>
                <a:lnTo>
                  <a:pt x="9317035" y="165101"/>
                </a:lnTo>
                <a:lnTo>
                  <a:pt x="9317035" y="560388"/>
                </a:lnTo>
                <a:lnTo>
                  <a:pt x="9237660" y="560388"/>
                </a:lnTo>
                <a:close/>
                <a:moveTo>
                  <a:pt x="8126410" y="49213"/>
                </a:moveTo>
                <a:lnTo>
                  <a:pt x="8529635" y="49213"/>
                </a:lnTo>
                <a:lnTo>
                  <a:pt x="8529635" y="125413"/>
                </a:lnTo>
                <a:lnTo>
                  <a:pt x="8369298" y="125413"/>
                </a:lnTo>
                <a:lnTo>
                  <a:pt x="8369298" y="560388"/>
                </a:lnTo>
                <a:lnTo>
                  <a:pt x="8285160" y="560388"/>
                </a:lnTo>
                <a:lnTo>
                  <a:pt x="8285160" y="125413"/>
                </a:lnTo>
                <a:lnTo>
                  <a:pt x="8126410" y="125413"/>
                </a:lnTo>
                <a:close/>
                <a:moveTo>
                  <a:pt x="6592885" y="49213"/>
                </a:moveTo>
                <a:cubicBezTo>
                  <a:pt x="6795851" y="49213"/>
                  <a:pt x="6795851" y="49213"/>
                  <a:pt x="6795851" y="49213"/>
                </a:cubicBezTo>
                <a:cubicBezTo>
                  <a:pt x="6840537" y="49213"/>
                  <a:pt x="6879794" y="63633"/>
                  <a:pt x="6907775" y="87875"/>
                </a:cubicBezTo>
                <a:cubicBezTo>
                  <a:pt x="6935756" y="112117"/>
                  <a:pt x="6952670" y="146182"/>
                  <a:pt x="6952670" y="185680"/>
                </a:cubicBezTo>
                <a:cubicBezTo>
                  <a:pt x="6952670" y="208041"/>
                  <a:pt x="6946823" y="228103"/>
                  <a:pt x="6936382" y="245658"/>
                </a:cubicBezTo>
                <a:cubicBezTo>
                  <a:pt x="6925733" y="263004"/>
                  <a:pt x="6910698" y="277633"/>
                  <a:pt x="6892114" y="288709"/>
                </a:cubicBezTo>
                <a:cubicBezTo>
                  <a:pt x="6916963" y="300621"/>
                  <a:pt x="6937009" y="318176"/>
                  <a:pt x="6950791" y="339492"/>
                </a:cubicBezTo>
                <a:cubicBezTo>
                  <a:pt x="6964572" y="360808"/>
                  <a:pt x="6972298" y="385677"/>
                  <a:pt x="6972298" y="412845"/>
                </a:cubicBezTo>
                <a:cubicBezTo>
                  <a:pt x="6972298" y="454015"/>
                  <a:pt x="6955384" y="491005"/>
                  <a:pt x="6926359" y="517546"/>
                </a:cubicBezTo>
                <a:cubicBezTo>
                  <a:pt x="6897543" y="544087"/>
                  <a:pt x="6856616" y="560388"/>
                  <a:pt x="6808798" y="560388"/>
                </a:cubicBezTo>
                <a:cubicBezTo>
                  <a:pt x="6592885" y="560388"/>
                  <a:pt x="6592885" y="560388"/>
                  <a:pt x="6592885" y="560388"/>
                </a:cubicBezTo>
                <a:cubicBezTo>
                  <a:pt x="6592885" y="49213"/>
                  <a:pt x="6592885" y="49213"/>
                  <a:pt x="6592885" y="49213"/>
                </a:cubicBezTo>
                <a:close/>
                <a:moveTo>
                  <a:pt x="8850790" y="38100"/>
                </a:moveTo>
                <a:cubicBezTo>
                  <a:pt x="8925610" y="38100"/>
                  <a:pt x="8992907" y="68001"/>
                  <a:pt x="9041603" y="116301"/>
                </a:cubicBezTo>
                <a:cubicBezTo>
                  <a:pt x="9090299" y="164602"/>
                  <a:pt x="9120185" y="231303"/>
                  <a:pt x="9120185" y="304905"/>
                </a:cubicBezTo>
                <a:cubicBezTo>
                  <a:pt x="9120185" y="378297"/>
                  <a:pt x="9090299" y="444998"/>
                  <a:pt x="9041603" y="493090"/>
                </a:cubicBezTo>
                <a:cubicBezTo>
                  <a:pt x="8992907" y="541600"/>
                  <a:pt x="8925610" y="571500"/>
                  <a:pt x="8850790" y="571500"/>
                </a:cubicBezTo>
                <a:cubicBezTo>
                  <a:pt x="8775761" y="571500"/>
                  <a:pt x="8708673" y="541600"/>
                  <a:pt x="8660186" y="493090"/>
                </a:cubicBezTo>
                <a:cubicBezTo>
                  <a:pt x="8611699" y="444998"/>
                  <a:pt x="8582022" y="378297"/>
                  <a:pt x="8582022" y="304905"/>
                </a:cubicBezTo>
                <a:cubicBezTo>
                  <a:pt x="8582022" y="231303"/>
                  <a:pt x="8611699" y="164602"/>
                  <a:pt x="8660186" y="116301"/>
                </a:cubicBezTo>
                <a:cubicBezTo>
                  <a:pt x="8708673" y="68001"/>
                  <a:pt x="8775761" y="38100"/>
                  <a:pt x="8850790" y="38100"/>
                </a:cubicBezTo>
                <a:close/>
                <a:moveTo>
                  <a:pt x="7870035" y="38100"/>
                </a:moveTo>
                <a:cubicBezTo>
                  <a:pt x="7871499" y="38100"/>
                  <a:pt x="7871499" y="38100"/>
                  <a:pt x="7871499" y="38100"/>
                </a:cubicBezTo>
                <a:cubicBezTo>
                  <a:pt x="7901627" y="38309"/>
                  <a:pt x="7929663" y="42909"/>
                  <a:pt x="7955187" y="51273"/>
                </a:cubicBezTo>
                <a:cubicBezTo>
                  <a:pt x="7981131" y="59637"/>
                  <a:pt x="8004563" y="71764"/>
                  <a:pt x="8025067" y="86401"/>
                </a:cubicBezTo>
                <a:cubicBezTo>
                  <a:pt x="8004563" y="118811"/>
                  <a:pt x="8004563" y="118811"/>
                  <a:pt x="8004563" y="118811"/>
                </a:cubicBezTo>
                <a:cubicBezTo>
                  <a:pt x="7984060" y="151429"/>
                  <a:pt x="7984060" y="151429"/>
                  <a:pt x="7984060" y="151429"/>
                </a:cubicBezTo>
                <a:cubicBezTo>
                  <a:pt x="7964811" y="138884"/>
                  <a:pt x="7945982" y="129265"/>
                  <a:pt x="7926943" y="122574"/>
                </a:cubicBezTo>
                <a:cubicBezTo>
                  <a:pt x="7908113" y="116092"/>
                  <a:pt x="7889074" y="112538"/>
                  <a:pt x="7869198" y="112538"/>
                </a:cubicBezTo>
                <a:cubicBezTo>
                  <a:pt x="7839280" y="112538"/>
                  <a:pt x="7817312" y="120692"/>
                  <a:pt x="7802666" y="133865"/>
                </a:cubicBezTo>
                <a:cubicBezTo>
                  <a:pt x="7788021" y="147038"/>
                  <a:pt x="7780907" y="165230"/>
                  <a:pt x="7780907" y="185721"/>
                </a:cubicBezTo>
                <a:cubicBezTo>
                  <a:pt x="7780907" y="209767"/>
                  <a:pt x="7791787" y="225031"/>
                  <a:pt x="7811035" y="236949"/>
                </a:cubicBezTo>
                <a:cubicBezTo>
                  <a:pt x="7830283" y="248658"/>
                  <a:pt x="7857900" y="257022"/>
                  <a:pt x="7891166" y="266849"/>
                </a:cubicBezTo>
                <a:cubicBezTo>
                  <a:pt x="7931127" y="278977"/>
                  <a:pt x="7970042" y="291941"/>
                  <a:pt x="7998914" y="313896"/>
                </a:cubicBezTo>
                <a:cubicBezTo>
                  <a:pt x="8027996" y="336060"/>
                  <a:pt x="8047035" y="367424"/>
                  <a:pt x="8047035" y="415934"/>
                </a:cubicBezTo>
                <a:cubicBezTo>
                  <a:pt x="8047035" y="460889"/>
                  <a:pt x="8030506" y="499781"/>
                  <a:pt x="7999751" y="527381"/>
                </a:cubicBezTo>
                <a:cubicBezTo>
                  <a:pt x="7968787" y="554982"/>
                  <a:pt x="7923804" y="571500"/>
                  <a:pt x="7866478" y="571500"/>
                </a:cubicBezTo>
                <a:cubicBezTo>
                  <a:pt x="7825890" y="571500"/>
                  <a:pt x="7791368" y="564809"/>
                  <a:pt x="7761659" y="554145"/>
                </a:cubicBezTo>
                <a:cubicBezTo>
                  <a:pt x="7731950" y="543272"/>
                  <a:pt x="7707053" y="528845"/>
                  <a:pt x="7685085" y="512954"/>
                </a:cubicBezTo>
                <a:cubicBezTo>
                  <a:pt x="7725883" y="447925"/>
                  <a:pt x="7725883" y="447925"/>
                  <a:pt x="7725883" y="447925"/>
                </a:cubicBezTo>
                <a:cubicBezTo>
                  <a:pt x="7748269" y="462353"/>
                  <a:pt x="7770656" y="474480"/>
                  <a:pt x="7793879" y="483053"/>
                </a:cubicBezTo>
                <a:cubicBezTo>
                  <a:pt x="7816893" y="491835"/>
                  <a:pt x="7841163" y="497063"/>
                  <a:pt x="7867106" y="497063"/>
                </a:cubicBezTo>
                <a:cubicBezTo>
                  <a:pt x="7898907" y="497063"/>
                  <a:pt x="7923177" y="488699"/>
                  <a:pt x="7939496" y="475108"/>
                </a:cubicBezTo>
                <a:cubicBezTo>
                  <a:pt x="7956024" y="461516"/>
                  <a:pt x="7964393" y="442489"/>
                  <a:pt x="7964393" y="420952"/>
                </a:cubicBezTo>
                <a:cubicBezTo>
                  <a:pt x="7964393" y="397324"/>
                  <a:pt x="7953095" y="381851"/>
                  <a:pt x="7933847" y="369933"/>
                </a:cubicBezTo>
                <a:cubicBezTo>
                  <a:pt x="7914389" y="358224"/>
                  <a:pt x="7886982" y="349860"/>
                  <a:pt x="7853925" y="339823"/>
                </a:cubicBezTo>
                <a:cubicBezTo>
                  <a:pt x="7813755" y="327696"/>
                  <a:pt x="7774840" y="314941"/>
                  <a:pt x="7745968" y="292986"/>
                </a:cubicBezTo>
                <a:cubicBezTo>
                  <a:pt x="7717095" y="271031"/>
                  <a:pt x="7698266" y="239667"/>
                  <a:pt x="7698266" y="190739"/>
                </a:cubicBezTo>
                <a:cubicBezTo>
                  <a:pt x="7698266" y="146202"/>
                  <a:pt x="7714166" y="107938"/>
                  <a:pt x="7743666" y="80964"/>
                </a:cubicBezTo>
                <a:cubicBezTo>
                  <a:pt x="7772957" y="53991"/>
                  <a:pt x="7815847" y="38100"/>
                  <a:pt x="7870035" y="38100"/>
                </a:cubicBezTo>
                <a:close/>
                <a:moveTo>
                  <a:pt x="7334624" y="38100"/>
                </a:moveTo>
                <a:cubicBezTo>
                  <a:pt x="7409415" y="38100"/>
                  <a:pt x="7476894" y="68001"/>
                  <a:pt x="7525363" y="116301"/>
                </a:cubicBezTo>
                <a:cubicBezTo>
                  <a:pt x="7574040" y="164602"/>
                  <a:pt x="7604123" y="231303"/>
                  <a:pt x="7604123" y="304905"/>
                </a:cubicBezTo>
                <a:cubicBezTo>
                  <a:pt x="7604123" y="378297"/>
                  <a:pt x="7574040" y="444998"/>
                  <a:pt x="7525363" y="493090"/>
                </a:cubicBezTo>
                <a:cubicBezTo>
                  <a:pt x="7476894" y="541600"/>
                  <a:pt x="7409415" y="571500"/>
                  <a:pt x="7334624" y="571500"/>
                </a:cubicBezTo>
                <a:cubicBezTo>
                  <a:pt x="7259833" y="571500"/>
                  <a:pt x="7192562" y="541600"/>
                  <a:pt x="7144094" y="493090"/>
                </a:cubicBezTo>
                <a:cubicBezTo>
                  <a:pt x="7095626" y="444998"/>
                  <a:pt x="7065960" y="378297"/>
                  <a:pt x="7065960" y="304905"/>
                </a:cubicBezTo>
                <a:cubicBezTo>
                  <a:pt x="7065960" y="231303"/>
                  <a:pt x="7095626" y="164602"/>
                  <a:pt x="7144094" y="116301"/>
                </a:cubicBezTo>
                <a:cubicBezTo>
                  <a:pt x="7192562" y="68001"/>
                  <a:pt x="7259833" y="38100"/>
                  <a:pt x="7334624" y="38100"/>
                </a:cubicBezTo>
                <a:close/>
                <a:moveTo>
                  <a:pt x="2766077" y="0"/>
                </a:moveTo>
                <a:cubicBezTo>
                  <a:pt x="2901191" y="0"/>
                  <a:pt x="3028777" y="17359"/>
                  <a:pt x="3146531" y="51449"/>
                </a:cubicBezTo>
                <a:cubicBezTo>
                  <a:pt x="3264077" y="85540"/>
                  <a:pt x="3372000" y="136571"/>
                  <a:pt x="3467375" y="204124"/>
                </a:cubicBezTo>
                <a:cubicBezTo>
                  <a:pt x="3467375" y="204124"/>
                  <a:pt x="3467375" y="204124"/>
                  <a:pt x="3340627" y="403228"/>
                </a:cubicBezTo>
                <a:cubicBezTo>
                  <a:pt x="3340627" y="403228"/>
                  <a:pt x="3340627" y="403228"/>
                  <a:pt x="3213880" y="602542"/>
                </a:cubicBezTo>
                <a:cubicBezTo>
                  <a:pt x="3153015" y="556321"/>
                  <a:pt x="3084622" y="520976"/>
                  <a:pt x="3009743" y="496716"/>
                </a:cubicBezTo>
                <a:cubicBezTo>
                  <a:pt x="2934865" y="472455"/>
                  <a:pt x="2853295" y="459279"/>
                  <a:pt x="2766077" y="457606"/>
                </a:cubicBezTo>
                <a:cubicBezTo>
                  <a:pt x="2556923" y="459279"/>
                  <a:pt x="2368473" y="545655"/>
                  <a:pt x="2232314" y="681180"/>
                </a:cubicBezTo>
                <a:cubicBezTo>
                  <a:pt x="2095946" y="816496"/>
                  <a:pt x="2012073" y="1000960"/>
                  <a:pt x="2012073" y="1198391"/>
                </a:cubicBezTo>
                <a:cubicBezTo>
                  <a:pt x="2012073" y="1399378"/>
                  <a:pt x="2095946" y="1585307"/>
                  <a:pt x="2232314" y="1721250"/>
                </a:cubicBezTo>
                <a:cubicBezTo>
                  <a:pt x="2368473" y="1856984"/>
                  <a:pt x="2556923" y="1942732"/>
                  <a:pt x="2766077" y="1942732"/>
                </a:cubicBezTo>
                <a:cubicBezTo>
                  <a:pt x="2868145" y="1942732"/>
                  <a:pt x="2962893" y="1923700"/>
                  <a:pt x="3050111" y="1886682"/>
                </a:cubicBezTo>
                <a:cubicBezTo>
                  <a:pt x="3137328" y="1849664"/>
                  <a:pt x="3217225" y="1794450"/>
                  <a:pt x="3289594" y="1722086"/>
                </a:cubicBezTo>
                <a:cubicBezTo>
                  <a:pt x="3462565" y="1549125"/>
                  <a:pt x="3493101" y="1332661"/>
                  <a:pt x="3543925" y="1095493"/>
                </a:cubicBezTo>
                <a:cubicBezTo>
                  <a:pt x="3595168" y="858533"/>
                  <a:pt x="3666699" y="600869"/>
                  <a:pt x="3921866" y="345714"/>
                </a:cubicBezTo>
                <a:cubicBezTo>
                  <a:pt x="4028953" y="238633"/>
                  <a:pt x="4155701" y="152256"/>
                  <a:pt x="4300646" y="92441"/>
                </a:cubicBezTo>
                <a:cubicBezTo>
                  <a:pt x="4445590" y="32836"/>
                  <a:pt x="4608522" y="0"/>
                  <a:pt x="4787977" y="0"/>
                </a:cubicBezTo>
                <a:cubicBezTo>
                  <a:pt x="4922882" y="0"/>
                  <a:pt x="5050676" y="18823"/>
                  <a:pt x="5168221" y="54796"/>
                </a:cubicBezTo>
                <a:cubicBezTo>
                  <a:pt x="5285976" y="90559"/>
                  <a:pt x="5393900" y="143054"/>
                  <a:pt x="5489275" y="210607"/>
                </a:cubicBezTo>
                <a:cubicBezTo>
                  <a:pt x="5489275" y="210607"/>
                  <a:pt x="5489275" y="210607"/>
                  <a:pt x="5364200" y="409921"/>
                </a:cubicBezTo>
                <a:cubicBezTo>
                  <a:pt x="5364200" y="409921"/>
                  <a:pt x="5364200" y="409921"/>
                  <a:pt x="5239125" y="609025"/>
                </a:cubicBezTo>
                <a:cubicBezTo>
                  <a:pt x="5176588" y="563014"/>
                  <a:pt x="5107357" y="525996"/>
                  <a:pt x="5031643" y="500480"/>
                </a:cubicBezTo>
                <a:cubicBezTo>
                  <a:pt x="4955929" y="474965"/>
                  <a:pt x="4873522" y="460952"/>
                  <a:pt x="4784631" y="460952"/>
                </a:cubicBezTo>
                <a:cubicBezTo>
                  <a:pt x="4580495" y="460952"/>
                  <a:pt x="4396857" y="544818"/>
                  <a:pt x="4264462" y="679089"/>
                </a:cubicBezTo>
                <a:cubicBezTo>
                  <a:pt x="4131857" y="813149"/>
                  <a:pt x="4050287" y="997614"/>
                  <a:pt x="4050287" y="1198391"/>
                </a:cubicBezTo>
                <a:cubicBezTo>
                  <a:pt x="4050287" y="1402724"/>
                  <a:pt x="4131021" y="1589489"/>
                  <a:pt x="4262370" y="1725223"/>
                </a:cubicBezTo>
                <a:cubicBezTo>
                  <a:pt x="4393720" y="1861167"/>
                  <a:pt x="4575477" y="1945870"/>
                  <a:pt x="4778147" y="1945870"/>
                </a:cubicBezTo>
                <a:cubicBezTo>
                  <a:pt x="4939406" y="1945870"/>
                  <a:pt x="5080167" y="1893165"/>
                  <a:pt x="5191438" y="1804280"/>
                </a:cubicBezTo>
                <a:cubicBezTo>
                  <a:pt x="5302499" y="1715394"/>
                  <a:pt x="5384070" y="1590326"/>
                  <a:pt x="5426737" y="1445390"/>
                </a:cubicBezTo>
                <a:cubicBezTo>
                  <a:pt x="5426737" y="1445390"/>
                  <a:pt x="5426737" y="1445390"/>
                  <a:pt x="4708917" y="1445390"/>
                </a:cubicBezTo>
                <a:cubicBezTo>
                  <a:pt x="4708917" y="1445390"/>
                  <a:pt x="4708917" y="1445390"/>
                  <a:pt x="4850515" y="1223279"/>
                </a:cubicBezTo>
                <a:cubicBezTo>
                  <a:pt x="4850515" y="1223279"/>
                  <a:pt x="4850515" y="1223279"/>
                  <a:pt x="4992113" y="1000960"/>
                </a:cubicBezTo>
                <a:cubicBezTo>
                  <a:pt x="4992113" y="1000960"/>
                  <a:pt x="4992113" y="1000960"/>
                  <a:pt x="5457901" y="1000960"/>
                </a:cubicBezTo>
                <a:cubicBezTo>
                  <a:pt x="5457901" y="1000960"/>
                  <a:pt x="5457901" y="1000960"/>
                  <a:pt x="5924108" y="1000960"/>
                </a:cubicBezTo>
                <a:cubicBezTo>
                  <a:pt x="5928919" y="1033796"/>
                  <a:pt x="5933102" y="1066840"/>
                  <a:pt x="5936030" y="1100094"/>
                </a:cubicBezTo>
                <a:cubicBezTo>
                  <a:pt x="5938749" y="1133557"/>
                  <a:pt x="5940422" y="1167229"/>
                  <a:pt x="5940422" y="1201738"/>
                </a:cubicBezTo>
                <a:cubicBezTo>
                  <a:pt x="5940422" y="1532602"/>
                  <a:pt x="5812001" y="1833141"/>
                  <a:pt x="5600963" y="2050860"/>
                </a:cubicBezTo>
                <a:cubicBezTo>
                  <a:pt x="5389717" y="2268578"/>
                  <a:pt x="5095854" y="2403475"/>
                  <a:pt x="4764970" y="2403475"/>
                </a:cubicBezTo>
                <a:cubicBezTo>
                  <a:pt x="4549331" y="2403475"/>
                  <a:pt x="4350006" y="2352653"/>
                  <a:pt x="4178290" y="2262513"/>
                </a:cubicBezTo>
                <a:cubicBezTo>
                  <a:pt x="4006784" y="2172372"/>
                  <a:pt x="3862676" y="2043121"/>
                  <a:pt x="3757265" y="1886682"/>
                </a:cubicBezTo>
                <a:cubicBezTo>
                  <a:pt x="3647040" y="2044794"/>
                  <a:pt x="3502931" y="2173836"/>
                  <a:pt x="3332469" y="2263558"/>
                </a:cubicBezTo>
                <a:cubicBezTo>
                  <a:pt x="3162009" y="2353490"/>
                  <a:pt x="2965403" y="2403475"/>
                  <a:pt x="2749555" y="2403475"/>
                </a:cubicBezTo>
                <a:cubicBezTo>
                  <a:pt x="2566961" y="2403475"/>
                  <a:pt x="2395664" y="2364993"/>
                  <a:pt x="2242563" y="2295766"/>
                </a:cubicBezTo>
                <a:cubicBezTo>
                  <a:pt x="2089461" y="2226540"/>
                  <a:pt x="1954347" y="2126988"/>
                  <a:pt x="1844121" y="2005266"/>
                </a:cubicBezTo>
                <a:cubicBezTo>
                  <a:pt x="1783258" y="2108792"/>
                  <a:pt x="1694366" y="2196214"/>
                  <a:pt x="1583096" y="2257493"/>
                </a:cubicBezTo>
                <a:cubicBezTo>
                  <a:pt x="1472034" y="2318772"/>
                  <a:pt x="1338593" y="2354117"/>
                  <a:pt x="1188838" y="2354117"/>
                </a:cubicBezTo>
                <a:cubicBezTo>
                  <a:pt x="1188838" y="2354117"/>
                  <a:pt x="1188838" y="2354117"/>
                  <a:pt x="0" y="2354117"/>
                </a:cubicBezTo>
                <a:cubicBezTo>
                  <a:pt x="0" y="2354117"/>
                  <a:pt x="0" y="2354117"/>
                  <a:pt x="0" y="1201738"/>
                </a:cubicBezTo>
                <a:cubicBezTo>
                  <a:pt x="0" y="1201738"/>
                  <a:pt x="0" y="1201738"/>
                  <a:pt x="0" y="49358"/>
                </a:cubicBezTo>
                <a:cubicBezTo>
                  <a:pt x="0" y="49358"/>
                  <a:pt x="0" y="49358"/>
                  <a:pt x="538575" y="49358"/>
                </a:cubicBezTo>
                <a:cubicBezTo>
                  <a:pt x="538575" y="49358"/>
                  <a:pt x="538575" y="49358"/>
                  <a:pt x="1076940" y="49358"/>
                </a:cubicBezTo>
                <a:cubicBezTo>
                  <a:pt x="1249702" y="49358"/>
                  <a:pt x="1402804" y="96206"/>
                  <a:pt x="1523487" y="176099"/>
                </a:cubicBezTo>
                <a:cubicBezTo>
                  <a:pt x="1643960" y="255992"/>
                  <a:pt x="1732223" y="368720"/>
                  <a:pt x="1774892" y="500480"/>
                </a:cubicBezTo>
                <a:cubicBezTo>
                  <a:pt x="1883653" y="350524"/>
                  <a:pt x="2027552" y="225457"/>
                  <a:pt x="2196549" y="137826"/>
                </a:cubicBezTo>
                <a:cubicBezTo>
                  <a:pt x="2365129" y="50195"/>
                  <a:pt x="2558596" y="0"/>
                  <a:pt x="2766077" y="0"/>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noAutofit/>
          </a:bodyPr>
          <a:lstStyle/>
          <a:p>
            <a:endParaRPr lang="en-US"/>
          </a:p>
        </p:txBody>
      </p:sp>
    </p:spTree>
    <p:extLst>
      <p:ext uri="{BB962C8B-B14F-4D97-AF65-F5344CB8AC3E}">
        <p14:creationId xmlns:p14="http://schemas.microsoft.com/office/powerpoint/2010/main" val="23516218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dirty="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dirty="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dirty="0"/>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55" name="FooterSimple" hidden="1"/>
          <p:cNvSpPr txBox="1"/>
          <p:nvPr userDrawn="1">
            <p:custDataLst>
              <p:tags r:id="rId1"/>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Tree>
    <p:extLst>
      <p:ext uri="{BB962C8B-B14F-4D97-AF65-F5344CB8AC3E}">
        <p14:creationId xmlns:p14="http://schemas.microsoft.com/office/powerpoint/2010/main" val="38187540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2" name="Rectangle 11"/>
          <p:cNvSpPr/>
          <p:nvPr userDrawn="1">
            <p:custDataLst>
              <p:tags r:id="rId2"/>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dirty="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dirty="0">
                <a:solidFill>
                  <a:schemeClr val="bg1"/>
                </a:solidFill>
                <a:latin typeface="+mj-lt"/>
              </a:rPr>
              <a:t>Agenda</a:t>
            </a:r>
          </a:p>
        </p:txBody>
      </p:sp>
    </p:spTree>
    <p:extLst>
      <p:ext uri="{BB962C8B-B14F-4D97-AF65-F5344CB8AC3E}">
        <p14:creationId xmlns:p14="http://schemas.microsoft.com/office/powerpoint/2010/main" val="257031406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6349202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729285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60771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4"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dirty="0">
                <a:solidFill>
                  <a:schemeClr val="bg1"/>
                </a:solidFill>
              </a:rPr>
              <a:t>Agenda</a:t>
            </a:r>
          </a:p>
        </p:txBody>
      </p:sp>
    </p:spTree>
    <p:extLst>
      <p:ext uri="{BB962C8B-B14F-4D97-AF65-F5344CB8AC3E}">
        <p14:creationId xmlns:p14="http://schemas.microsoft.com/office/powerpoint/2010/main" val="227019094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invGray">
          <a:xfrm>
            <a:off x="1388145" y="4691187"/>
            <a:ext cx="929337" cy="995874"/>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dirty="0">
              <a:solidFill>
                <a:prstClr val="white"/>
              </a:solidFill>
              <a:latin typeface="Trebuchet MS" panose="020B0603020202020204" pitchFamily="34" charset="0"/>
            </a:endParaRPr>
          </a:p>
        </p:txBody>
      </p:sp>
      <p:sp>
        <p:nvSpPr>
          <p:cNvPr id="10" name="Rectangle 9"/>
          <p:cNvSpPr/>
          <p:nvPr userDrawn="1">
            <p:custDataLst>
              <p:tags r:id="rId2"/>
            </p:custDataLst>
          </p:nvPr>
        </p:nvSpPr>
        <p:spPr>
          <a:xfrm>
            <a:off x="2509482" y="4691187"/>
            <a:ext cx="1570152" cy="1468176"/>
          </a:xfrm>
          <a:prstGeom prst="rect">
            <a:avLst/>
          </a:prstGeom>
          <a:noFill/>
          <a:ln w="9525" cmpd="sng">
            <a:solidFill>
              <a:schemeClr val="accent4"/>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dirty="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4"/>
            </a:solidFill>
          </a:ln>
        </p:spPr>
        <p:txBody>
          <a:bodyPr wrap="square" lIns="612000" tIns="468000" rIns="0" bIns="0" rtlCol="0" anchor="t">
            <a:spAutoFit/>
          </a:bodyPr>
          <a:lstStyle/>
          <a:p>
            <a:pPr>
              <a:lnSpc>
                <a:spcPct val="90000"/>
              </a:lnSpc>
              <a:spcAft>
                <a:spcPts val="600"/>
              </a:spcAft>
            </a:pPr>
            <a:endParaRPr lang="en-US" sz="5400" dirty="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dirty="0"/>
              <a:t>Agenda</a:t>
            </a:r>
          </a:p>
        </p:txBody>
      </p:sp>
    </p:spTree>
    <p:extLst>
      <p:ext uri="{BB962C8B-B14F-4D97-AF65-F5344CB8AC3E}">
        <p14:creationId xmlns:p14="http://schemas.microsoft.com/office/powerpoint/2010/main" val="18655767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44006171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8" name="Rectangle 7"/>
          <p:cNvSpPr/>
          <p:nvPr userDrawn="1"/>
        </p:nvSpPr>
        <p:spPr bwMode="white">
          <a:xfrm>
            <a:off x="1284743" y="1428131"/>
            <a:ext cx="947672" cy="947672"/>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dirty="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4"/>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dirty="0">
              <a:solidFill>
                <a:prstClr val="white"/>
              </a:solidFill>
              <a:latin typeface="Trebuchet MS" panose="020B0603020202020204" pitchFamily="34" charset="0"/>
            </a:endParaRPr>
          </a:p>
        </p:txBody>
      </p:sp>
    </p:spTree>
    <p:extLst>
      <p:ext uri="{BB962C8B-B14F-4D97-AF65-F5344CB8AC3E}">
        <p14:creationId xmlns:p14="http://schemas.microsoft.com/office/powerpoint/2010/main" val="32061407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lumMod val="50000"/>
                </a:schemeClr>
              </a:solidFill>
              <a:latin typeface="Trebuchet MS" panose="020B0603020202020204" pitchFamily="34" charset="0"/>
              <a:sym typeface="Trebuchet MS" panose="020B0603020202020204" pitchFamily="34" charset="0"/>
            </a:endParaRP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dirty="0">
                <a:solidFill>
                  <a:schemeClr val="accent4"/>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4"/>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433964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dirty="0">
              <a:solidFill>
                <a:schemeClr val="bg1"/>
              </a:solidFill>
              <a:latin typeface="+mn-lt"/>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2025 by Boston Consulting Group. All rights reserved.</a:t>
            </a:r>
            <a:endParaRPr lang="en-US" sz="700" dirty="0">
              <a:solidFill>
                <a:schemeClr val="bg1">
                  <a:lumMod val="50000"/>
                </a:schemeClr>
              </a:solidFill>
              <a:latin typeface="+mn-lt"/>
              <a:sym typeface="Trebuchet MS" panose="020B0603020202020204" pitchFamily="34" charset="0"/>
            </a:endParaRP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11" name="FooterSimple" hidden="1"/>
          <p:cNvSpPr txBox="1"/>
          <p:nvPr userDrawn="1">
            <p:custDataLst>
              <p:tags r:id="rId2"/>
            </p:custDataLst>
          </p:nvPr>
        </p:nvSpPr>
        <p:spPr>
          <a:xfrm rot="16200000">
            <a:off x="10561320" y="5117885"/>
            <a:ext cx="2743200" cy="96950"/>
          </a:xfrm>
          <a:prstGeom prst="rect">
            <a:avLst/>
          </a:prstGeom>
          <a:noFill/>
        </p:spPr>
        <p:txBody>
          <a:bodyPr wrap="square" lIns="0" tIns="0" rIns="0" bIns="0" rtlCol="0" anchor="b">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Strategy Consulting_Task 5_Stakeholder Map Template.pptx</a:t>
            </a:r>
            <a:endParaRPr lang="en-US" sz="700" dirty="0">
              <a:solidFill>
                <a:schemeClr val="bg1">
                  <a:lumMod val="50000"/>
                </a:schemeClr>
              </a:solidFill>
              <a:latin typeface="+mn-lt"/>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dirty="0">
                <a:solidFill>
                  <a:schemeClr val="bg1"/>
                </a:solidFill>
              </a:rPr>
              <a:t>Agenda</a:t>
            </a:r>
          </a:p>
        </p:txBody>
      </p:sp>
    </p:spTree>
    <p:extLst>
      <p:ext uri="{BB962C8B-B14F-4D97-AF65-F5344CB8AC3E}">
        <p14:creationId xmlns:p14="http://schemas.microsoft.com/office/powerpoint/2010/main" val="17847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dirty="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dirty="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2025 by Boston Consulting Group. All rights reserved.</a:t>
            </a:r>
            <a:endParaRPr lang="en-US" sz="700" dirty="0">
              <a:solidFill>
                <a:schemeClr val="bg1"/>
              </a:solidFill>
              <a:latin typeface="Trebuchet MS" panose="020B0603020202020204" pitchFamily="34" charset="0"/>
              <a:sym typeface="Trebuchet MS" panose="020B0603020202020204" pitchFamily="34" charset="0"/>
            </a:endParaRP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36578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image" Target="../media/image1.emf"/><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61" Type="http://schemas.openxmlformats.org/officeDocument/2006/relationships/slideLayout" Target="../slideLayouts/slideLayout6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ags" Target="../tags/tag2.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69"/>
            </p:custDataLst>
            <p:extLst>
              <p:ext uri="{D42A27DB-BD31-4B8C-83A1-F6EECF244321}">
                <p14:modId xmlns:p14="http://schemas.microsoft.com/office/powerpoint/2010/main" val="119414176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70" imgW="270" imgH="270" progId="TCLayout.ActiveDocument.1">
                  <p:embed/>
                </p:oleObj>
              </mc:Choice>
              <mc:Fallback>
                <p:oleObj name="think-cell Slide" r:id="rId70" imgW="270" imgH="270" progId="TCLayout.ActiveDocument.1">
                  <p:embed/>
                  <p:pic>
                    <p:nvPicPr>
                      <p:cNvPr id="0" name=""/>
                      <p:cNvPicPr/>
                      <p:nvPr/>
                    </p:nvPicPr>
                    <p:blipFill>
                      <a:blip r:embed="rId71"/>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dirty="0"/>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dirty="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dirty="0"/>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35336367"/>
      </p:ext>
    </p:extLst>
  </p:cSld>
  <p:clrMap bg1="lt1" tx1="dk1" bg2="lt2" tx2="dk2" accent1="accent1" accent2="accent2" accent3="accent3" accent4="accent4" accent5="accent5" accent6="accent6" hlink="hlink" folHlink="folHlink"/>
  <p:sldLayoutIdLst>
    <p:sldLayoutId id="2147485115" r:id="rId1"/>
    <p:sldLayoutId id="2147485086" r:id="rId2"/>
    <p:sldLayoutId id="2147485183" r:id="rId3"/>
    <p:sldLayoutId id="2147485158" r:id="rId4"/>
    <p:sldLayoutId id="2147485113" r:id="rId5"/>
    <p:sldLayoutId id="2147485114" r:id="rId6"/>
    <p:sldLayoutId id="2147485154" r:id="rId7"/>
    <p:sldLayoutId id="2147485162" r:id="rId8"/>
    <p:sldLayoutId id="2147485149" r:id="rId9"/>
    <p:sldLayoutId id="2147485087" r:id="rId10"/>
    <p:sldLayoutId id="2147485112" r:id="rId11"/>
    <p:sldLayoutId id="2147485155" r:id="rId12"/>
    <p:sldLayoutId id="2147485164" r:id="rId13"/>
    <p:sldLayoutId id="2147485109" r:id="rId14"/>
    <p:sldLayoutId id="2147485165" r:id="rId15"/>
    <p:sldLayoutId id="2147485110" r:id="rId16"/>
    <p:sldLayoutId id="2147485166" r:id="rId17"/>
    <p:sldLayoutId id="2147485156" r:id="rId18"/>
    <p:sldLayoutId id="2147485167" r:id="rId19"/>
    <p:sldLayoutId id="2147485108" r:id="rId20"/>
    <p:sldLayoutId id="2147485107" r:id="rId21"/>
    <p:sldLayoutId id="2147485106" r:id="rId22"/>
    <p:sldLayoutId id="2147485090" r:id="rId23"/>
    <p:sldLayoutId id="2147485091" r:id="rId24"/>
    <p:sldLayoutId id="2147485092" r:id="rId25"/>
    <p:sldLayoutId id="2147485093" r:id="rId26"/>
    <p:sldLayoutId id="2147485116" r:id="rId27"/>
    <p:sldLayoutId id="2147485161" r:id="rId28"/>
    <p:sldLayoutId id="2147485159" r:id="rId29"/>
    <p:sldLayoutId id="2147485119" r:id="rId30"/>
    <p:sldLayoutId id="2147485184" r:id="rId31"/>
    <p:sldLayoutId id="2147485137" r:id="rId32"/>
    <p:sldLayoutId id="2147485120" r:id="rId33"/>
    <p:sldLayoutId id="2147485121" r:id="rId34"/>
    <p:sldLayoutId id="2147485141" r:id="rId35"/>
    <p:sldLayoutId id="2147485163" r:id="rId36"/>
    <p:sldLayoutId id="2147485139" r:id="rId37"/>
    <p:sldLayoutId id="2147485140" r:id="rId38"/>
    <p:sldLayoutId id="2147485122" r:id="rId39"/>
    <p:sldLayoutId id="2147485123" r:id="rId40"/>
    <p:sldLayoutId id="2147485151" r:id="rId41"/>
    <p:sldLayoutId id="2147485168" r:id="rId42"/>
    <p:sldLayoutId id="2147485127" r:id="rId43"/>
    <p:sldLayoutId id="2147485169" r:id="rId44"/>
    <p:sldLayoutId id="2147485126" r:id="rId45"/>
    <p:sldLayoutId id="2147485170" r:id="rId46"/>
    <p:sldLayoutId id="2147485153" r:id="rId47"/>
    <p:sldLayoutId id="2147485171" r:id="rId48"/>
    <p:sldLayoutId id="2147485128" r:id="rId49"/>
    <p:sldLayoutId id="2147485129" r:id="rId50"/>
    <p:sldLayoutId id="2147485130" r:id="rId51"/>
    <p:sldLayoutId id="2147485131" r:id="rId52"/>
    <p:sldLayoutId id="2147485145" r:id="rId53"/>
    <p:sldLayoutId id="2147485133" r:id="rId54"/>
    <p:sldLayoutId id="2147485144" r:id="rId55"/>
    <p:sldLayoutId id="2147485134" r:id="rId56"/>
    <p:sldLayoutId id="2147485146" r:id="rId57"/>
    <p:sldLayoutId id="2147485160" r:id="rId58"/>
    <p:sldLayoutId id="2147485172" r:id="rId59"/>
    <p:sldLayoutId id="2147485173" r:id="rId60"/>
    <p:sldLayoutId id="2147485174" r:id="rId61"/>
    <p:sldLayoutId id="2147485175" r:id="rId62"/>
    <p:sldLayoutId id="2147485176" r:id="rId63"/>
    <p:sldLayoutId id="2147485177" r:id="rId64"/>
    <p:sldLayoutId id="2147485178" r:id="rId65"/>
    <p:sldLayoutId id="2147485179" r:id="rId66"/>
    <p:sldLayoutId id="2147485180" r:id="rId6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userDrawn="1">
          <p15:clr>
            <a:srgbClr val="F26B43"/>
          </p15:clr>
        </p15:guide>
        <p15:guide id="2" pos="396" userDrawn="1">
          <p15:clr>
            <a:srgbClr val="F26B43"/>
          </p15:clr>
        </p15:guide>
        <p15:guide id="3" pos="7284" userDrawn="1">
          <p15:clr>
            <a:srgbClr val="F26B43"/>
          </p15:clr>
        </p15:guide>
        <p15:guide id="4" orient="horz" pos="3881"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tags" Target="../tags/tag84.xml"/><Relationship Id="rId7" Type="http://schemas.openxmlformats.org/officeDocument/2006/relationships/oleObject" Target="../embeddings/oleObject17.bin"/><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image" Target="../media/image10.emf"/><Relationship Id="rId5" Type="http://schemas.openxmlformats.org/officeDocument/2006/relationships/oleObject" Target="../embeddings/oleObject16.bin"/><Relationship Id="rId4"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B88079-4CFC-3A07-EAC6-F42F83D9F7FC}"/>
            </a:ext>
          </a:extLst>
        </p:cNvPr>
        <p:cNvGrpSpPr/>
        <p:nvPr/>
      </p:nvGrpSpPr>
      <p:grpSpPr>
        <a:xfrm>
          <a:off x="0" y="0"/>
          <a:ext cx="0" cy="0"/>
          <a:chOff x="0" y="0"/>
          <a:chExt cx="0" cy="0"/>
        </a:xfrm>
      </p:grpSpPr>
      <p:sp>
        <p:nvSpPr>
          <p:cNvPr id="27" name="Rectangle 26">
            <a:extLst>
              <a:ext uri="{FF2B5EF4-FFF2-40B4-BE49-F238E27FC236}">
                <a16:creationId xmlns:a16="http://schemas.microsoft.com/office/drawing/2014/main" id="{B2AF0ABD-375E-92C4-4914-6F0C862E0822}"/>
              </a:ext>
            </a:extLst>
          </p:cNvPr>
          <p:cNvSpPr/>
          <p:nvPr/>
        </p:nvSpPr>
        <p:spPr>
          <a:xfrm>
            <a:off x="0" y="4961224"/>
            <a:ext cx="8250601" cy="1569660"/>
          </a:xfrm>
          <a:prstGeom prst="rect">
            <a:avLst/>
          </a:prstGeom>
          <a:solidFill>
            <a:srgbClr val="D4D4D4"/>
          </a:solidFill>
          <a:ln w="9525" cap="rnd" cmpd="sng" algn="ctr">
            <a:noFill/>
            <a:prstDash val="solid"/>
            <a:round/>
            <a:headEnd type="none" w="med" len="med"/>
            <a:tailEnd type="none" w="med" len="med"/>
          </a:ln>
          <a:effectLst/>
          <a:extLs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44" name="Rectangle 43">
            <a:extLst>
              <a:ext uri="{FF2B5EF4-FFF2-40B4-BE49-F238E27FC236}">
                <a16:creationId xmlns:a16="http://schemas.microsoft.com/office/drawing/2014/main" id="{E612A4C9-B611-0A19-A825-F746474B3844}"/>
              </a:ext>
            </a:extLst>
          </p:cNvPr>
          <p:cNvSpPr/>
          <p:nvPr/>
        </p:nvSpPr>
        <p:spPr>
          <a:xfrm>
            <a:off x="601577" y="5168950"/>
            <a:ext cx="7363638" cy="534159"/>
          </a:xfrm>
          <a:prstGeom prst="rect">
            <a:avLst/>
          </a:prstGeom>
          <a:solidFill>
            <a:srgbClr val="FFFFFF"/>
          </a:solidFill>
          <a:ln w="9525" cap="rnd" cmpd="sng" algn="ctr">
            <a:solidFill>
              <a:srgbClr val="FFFFFF"/>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45" name="Rectangle 44">
            <a:extLst>
              <a:ext uri="{FF2B5EF4-FFF2-40B4-BE49-F238E27FC236}">
                <a16:creationId xmlns:a16="http://schemas.microsoft.com/office/drawing/2014/main" id="{7FED95BF-AFF8-6C3A-9E86-8B46881C6FD3}"/>
              </a:ext>
            </a:extLst>
          </p:cNvPr>
          <p:cNvSpPr/>
          <p:nvPr/>
        </p:nvSpPr>
        <p:spPr>
          <a:xfrm>
            <a:off x="601577" y="5915266"/>
            <a:ext cx="7363638" cy="551468"/>
          </a:xfrm>
          <a:prstGeom prst="rect">
            <a:avLst/>
          </a:prstGeom>
          <a:solidFill>
            <a:srgbClr val="FFFFFF"/>
          </a:solidFill>
          <a:ln w="9525" cap="rnd" cmpd="sng" algn="ctr">
            <a:solidFill>
              <a:srgbClr val="FFFFFF"/>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42" name="Rectangle 41">
            <a:extLst>
              <a:ext uri="{FF2B5EF4-FFF2-40B4-BE49-F238E27FC236}">
                <a16:creationId xmlns:a16="http://schemas.microsoft.com/office/drawing/2014/main" id="{409F0725-5440-AD15-946E-FC84FBF0BEC1}"/>
              </a:ext>
            </a:extLst>
          </p:cNvPr>
          <p:cNvSpPr/>
          <p:nvPr/>
        </p:nvSpPr>
        <p:spPr>
          <a:xfrm>
            <a:off x="5123723" y="2532271"/>
            <a:ext cx="2671484" cy="2138873"/>
          </a:xfrm>
          <a:prstGeom prst="rect">
            <a:avLst/>
          </a:prstGeom>
          <a:solidFill>
            <a:srgbClr val="FFFFFF"/>
          </a:solidFill>
          <a:ln w="9525" cap="rnd" cmpd="sng" algn="ctr">
            <a:solidFill>
              <a:srgbClr val="FFFFFF"/>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43" name="Rectangle 42">
            <a:extLst>
              <a:ext uri="{FF2B5EF4-FFF2-40B4-BE49-F238E27FC236}">
                <a16:creationId xmlns:a16="http://schemas.microsoft.com/office/drawing/2014/main" id="{6BD03102-709C-F478-80CF-C05DC242A3D1}"/>
              </a:ext>
            </a:extLst>
          </p:cNvPr>
          <p:cNvSpPr/>
          <p:nvPr/>
        </p:nvSpPr>
        <p:spPr>
          <a:xfrm>
            <a:off x="8678089" y="2639901"/>
            <a:ext cx="2671484" cy="2031243"/>
          </a:xfrm>
          <a:prstGeom prst="rect">
            <a:avLst/>
          </a:prstGeom>
          <a:solidFill>
            <a:srgbClr val="FFFFFF"/>
          </a:solidFill>
          <a:ln w="9525" cap="rnd" cmpd="sng" algn="ctr">
            <a:solidFill>
              <a:srgbClr val="FFFFFF"/>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41" name="Rectangle 40">
            <a:extLst>
              <a:ext uri="{FF2B5EF4-FFF2-40B4-BE49-F238E27FC236}">
                <a16:creationId xmlns:a16="http://schemas.microsoft.com/office/drawing/2014/main" id="{0207F7DB-EAFD-7C09-B01D-7D7A10B2E936}"/>
              </a:ext>
            </a:extLst>
          </p:cNvPr>
          <p:cNvSpPr/>
          <p:nvPr/>
        </p:nvSpPr>
        <p:spPr>
          <a:xfrm>
            <a:off x="1422507" y="2529963"/>
            <a:ext cx="2671484" cy="2115343"/>
          </a:xfrm>
          <a:prstGeom prst="rect">
            <a:avLst/>
          </a:prstGeom>
          <a:solidFill>
            <a:srgbClr val="FFFFFF"/>
          </a:solidFill>
          <a:ln w="9525" cap="rnd" cmpd="sng" algn="ctr">
            <a:solidFill>
              <a:srgbClr val="FFFFFF"/>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5" name="Rectangle 4">
            <a:extLst>
              <a:ext uri="{FF2B5EF4-FFF2-40B4-BE49-F238E27FC236}">
                <a16:creationId xmlns:a16="http://schemas.microsoft.com/office/drawing/2014/main" id="{F10FC5B0-17A6-C3BD-28DE-6CC476A3E685}"/>
              </a:ext>
            </a:extLst>
          </p:cNvPr>
          <p:cNvSpPr/>
          <p:nvPr/>
        </p:nvSpPr>
        <p:spPr>
          <a:xfrm>
            <a:off x="8266556" y="5151182"/>
            <a:ext cx="3935048" cy="1706818"/>
          </a:xfrm>
          <a:prstGeom prst="rect">
            <a:avLst/>
          </a:prstGeom>
          <a:solidFill>
            <a:srgbClr val="DCF9E3"/>
          </a:solidFill>
          <a:ln w="19050"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graphicFrame>
        <p:nvGraphicFramePr>
          <p:cNvPr id="4" name="Object 3" hidden="1">
            <a:extLst>
              <a:ext uri="{FF2B5EF4-FFF2-40B4-BE49-F238E27FC236}">
                <a16:creationId xmlns:a16="http://schemas.microsoft.com/office/drawing/2014/main" id="{2F3865D3-5602-FB72-4DDC-D8D544E43DC7}"/>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86" imgH="286" progId="TCLayout.ActiveDocument.1">
                  <p:embed/>
                </p:oleObj>
              </mc:Choice>
              <mc:Fallback>
                <p:oleObj name="think-cell Slide" r:id="rId5" imgW="286" imgH="286" progId="TCLayout.ActiveDocument.1">
                  <p:embed/>
                  <p:pic>
                    <p:nvPicPr>
                      <p:cNvPr id="4" name="Object 3" hidden="1">
                        <a:extLst>
                          <a:ext uri="{FF2B5EF4-FFF2-40B4-BE49-F238E27FC236}">
                            <a16:creationId xmlns:a16="http://schemas.microsoft.com/office/drawing/2014/main" id="{2F3865D3-5602-FB72-4DDC-D8D544E43DC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4204233E-D808-43F8-E8D2-630EBED07FDB}"/>
              </a:ext>
            </a:extLst>
          </p:cNvPr>
          <p:cNvSpPr>
            <a:spLocks noGrp="1"/>
          </p:cNvSpPr>
          <p:nvPr>
            <p:ph type="title"/>
          </p:nvPr>
        </p:nvSpPr>
        <p:spPr/>
        <p:txBody>
          <a:bodyPr anchor="t"/>
          <a:lstStyle/>
          <a:p>
            <a:r>
              <a:rPr lang="en-US"/>
              <a:t>Increase revenue, maintain competitive advantage, and meet consumer needs through installment financing</a:t>
            </a:r>
          </a:p>
        </p:txBody>
      </p:sp>
      <p:sp>
        <p:nvSpPr>
          <p:cNvPr id="2" name="Rectangle 1">
            <a:extLst>
              <a:ext uri="{FF2B5EF4-FFF2-40B4-BE49-F238E27FC236}">
                <a16:creationId xmlns:a16="http://schemas.microsoft.com/office/drawing/2014/main" id="{477E036F-AF50-32A5-AA87-4A97F3F6A88D}"/>
              </a:ext>
            </a:extLst>
          </p:cNvPr>
          <p:cNvSpPr/>
          <p:nvPr/>
        </p:nvSpPr>
        <p:spPr>
          <a:xfrm>
            <a:off x="630000" y="1774972"/>
            <a:ext cx="10933200" cy="503632"/>
          </a:xfrm>
          <a:prstGeom prst="rect">
            <a:avLst/>
          </a:prstGeom>
          <a:solidFill>
            <a:srgbClr val="FFFFFF"/>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200">
                <a:solidFill>
                  <a:srgbClr val="000000"/>
                </a:solidFill>
              </a:rPr>
              <a:t>BeyondTech should launch a tiered installment financing program across smartphones, tablets, and laptops — prioritizing 0% interest short-term plans and flexible, penalty-free repayment — to capture growing demand, accelerate device upgrades, and defend market share against financing-first competitors.</a:t>
            </a:r>
          </a:p>
        </p:txBody>
      </p:sp>
      <p:sp>
        <p:nvSpPr>
          <p:cNvPr id="8" name="Rectangle 7">
            <a:extLst>
              <a:ext uri="{FF2B5EF4-FFF2-40B4-BE49-F238E27FC236}">
                <a16:creationId xmlns:a16="http://schemas.microsoft.com/office/drawing/2014/main" id="{942B0D30-68D6-1748-728E-7FA73A5976EC}"/>
              </a:ext>
            </a:extLst>
          </p:cNvPr>
          <p:cNvSpPr/>
          <p:nvPr/>
        </p:nvSpPr>
        <p:spPr>
          <a:xfrm>
            <a:off x="1309623" y="2281892"/>
            <a:ext cx="2671484" cy="1015663"/>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dirty="0">
                <a:solidFill>
                  <a:srgbClr val="21BF61"/>
                </a:solidFill>
              </a:rPr>
              <a:t>Market Demand</a:t>
            </a:r>
          </a:p>
          <a:p>
            <a:pPr marL="171450" indent="-171450">
              <a:buFont typeface="Arial" panose="020B0604020202020204" pitchFamily="34" charset="0"/>
              <a:buChar char="•"/>
            </a:pPr>
            <a:r>
              <a:rPr lang="en-US" sz="1200" dirty="0">
                <a:solidFill>
                  <a:srgbClr val="000000"/>
                </a:solidFill>
              </a:rPr>
              <a:t>Financing drives a 15–20% increase in tech device sales; financed customers upgrade 20% faster</a:t>
            </a:r>
          </a:p>
          <a:p>
            <a:pPr marL="171450" indent="-171450">
              <a:buFont typeface="Arial" panose="020B0604020202020204" pitchFamily="34" charset="0"/>
              <a:buChar char="•"/>
            </a:pPr>
            <a:r>
              <a:rPr lang="en-US" sz="1200" dirty="0">
                <a:solidFill>
                  <a:srgbClr val="000000"/>
                </a:solidFill>
              </a:rPr>
              <a:t>81% of consumers rank monthly payment amount as their top factor when choosing a provider</a:t>
            </a:r>
          </a:p>
          <a:p>
            <a:pPr marL="171450" indent="-171450">
              <a:buFont typeface="Arial" panose="020B0604020202020204" pitchFamily="34" charset="0"/>
              <a:buChar char="•"/>
            </a:pPr>
            <a:r>
              <a:rPr lang="en-US" sz="1200" dirty="0">
                <a:solidFill>
                  <a:srgbClr val="000000"/>
                </a:solidFill>
              </a:rPr>
              <a:t>Competitor </a:t>
            </a:r>
            <a:r>
              <a:rPr lang="en-US" sz="1200" dirty="0" err="1">
                <a:solidFill>
                  <a:srgbClr val="000000"/>
                </a:solidFill>
              </a:rPr>
              <a:t>TechCo</a:t>
            </a:r>
            <a:r>
              <a:rPr lang="en-US" sz="1200" dirty="0">
                <a:solidFill>
                  <a:srgbClr val="000000"/>
                </a:solidFill>
              </a:rPr>
              <a:t> grew market share from 2% to 8% in 2 years by unbundling device financing</a:t>
            </a:r>
          </a:p>
        </p:txBody>
      </p:sp>
      <p:sp>
        <p:nvSpPr>
          <p:cNvPr id="9" name="Rectangle 8">
            <a:extLst>
              <a:ext uri="{FF2B5EF4-FFF2-40B4-BE49-F238E27FC236}">
                <a16:creationId xmlns:a16="http://schemas.microsoft.com/office/drawing/2014/main" id="{C78420B9-4673-C8D4-28EC-0CF31AB85531}"/>
              </a:ext>
            </a:extLst>
          </p:cNvPr>
          <p:cNvSpPr/>
          <p:nvPr/>
        </p:nvSpPr>
        <p:spPr>
          <a:xfrm>
            <a:off x="8678091" y="2394362"/>
            <a:ext cx="2671484" cy="1015663"/>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dirty="0">
                <a:solidFill>
                  <a:srgbClr val="21BF61"/>
                </a:solidFill>
              </a:rPr>
              <a:t>Consumer Sentiment</a:t>
            </a:r>
          </a:p>
          <a:p>
            <a:pPr marL="171450" indent="-171450">
              <a:buFont typeface="Arial" panose="020B0604020202020204" pitchFamily="34" charset="0"/>
              <a:buChar char="•"/>
            </a:pPr>
            <a:r>
              <a:rPr lang="en-US" sz="1200" dirty="0">
                <a:solidFill>
                  <a:srgbClr val="000000"/>
                </a:solidFill>
              </a:rPr>
              <a:t>75% of 450 survey respondents have used installment financing; avoiding large upfront costs is the #1 motivator</a:t>
            </a:r>
          </a:p>
          <a:p>
            <a:pPr marL="171450" indent="-171450">
              <a:buFont typeface="Arial" panose="020B0604020202020204" pitchFamily="34" charset="0"/>
              <a:buChar char="•"/>
            </a:pPr>
            <a:r>
              <a:rPr lang="en-US" sz="1200" dirty="0">
                <a:solidFill>
                  <a:srgbClr val="000000"/>
                </a:solidFill>
              </a:rPr>
              <a:t>0–5% interest rates strongly preferred; 181 respondents say financing access makes premium purchase more likely</a:t>
            </a:r>
          </a:p>
          <a:p>
            <a:pPr marL="171450" indent="-171450">
              <a:buFont typeface="Arial" panose="020B0604020202020204" pitchFamily="34" charset="0"/>
              <a:buChar char="•"/>
            </a:pPr>
            <a:r>
              <a:rPr lang="en-US" sz="1200" dirty="0">
                <a:solidFill>
                  <a:srgbClr val="000000"/>
                </a:solidFill>
              </a:rPr>
              <a:t>Durability, innovation, and brand trust are the top traits consumers require before financing a device</a:t>
            </a:r>
          </a:p>
        </p:txBody>
      </p:sp>
      <p:sp>
        <p:nvSpPr>
          <p:cNvPr id="10" name="Rectangle 9">
            <a:extLst>
              <a:ext uri="{FF2B5EF4-FFF2-40B4-BE49-F238E27FC236}">
                <a16:creationId xmlns:a16="http://schemas.microsoft.com/office/drawing/2014/main" id="{D91C3DC6-80A9-1E16-B57E-A0943938101A}"/>
              </a:ext>
            </a:extLst>
          </p:cNvPr>
          <p:cNvSpPr/>
          <p:nvPr/>
        </p:nvSpPr>
        <p:spPr>
          <a:xfrm>
            <a:off x="5029637" y="2281892"/>
            <a:ext cx="2671484" cy="1015663"/>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b="1" dirty="0">
                <a:solidFill>
                  <a:srgbClr val="21BF61"/>
                </a:solidFill>
              </a:rPr>
              <a:t>Financial Impact</a:t>
            </a:r>
          </a:p>
          <a:p>
            <a:pPr marL="171450" indent="-171450">
              <a:buFont typeface="Arial" panose="020B0604020202020204" pitchFamily="34" charset="0"/>
              <a:buChar char="•"/>
            </a:pPr>
            <a:r>
              <a:rPr lang="en-US" sz="1200" dirty="0" err="1">
                <a:solidFill>
                  <a:srgbClr val="000000"/>
                </a:solidFill>
              </a:rPr>
              <a:t>TechCo</a:t>
            </a:r>
            <a:r>
              <a:rPr lang="en-US" sz="1200" dirty="0">
                <a:solidFill>
                  <a:srgbClr val="000000"/>
                </a:solidFill>
              </a:rPr>
              <a:t> achieved 25–30% YoY customer growth and 86% satisfaction with penalty-free installment plans</a:t>
            </a:r>
          </a:p>
          <a:p>
            <a:pPr marL="171450" indent="-171450">
              <a:buFont typeface="Arial" panose="020B0604020202020204" pitchFamily="34" charset="0"/>
              <a:buChar char="•"/>
            </a:pPr>
            <a:r>
              <a:rPr lang="en-US" sz="1200" dirty="0">
                <a:solidFill>
                  <a:srgbClr val="000000"/>
                </a:solidFill>
              </a:rPr>
              <a:t>Recurring monthly payments create a predictable revenue stream, reducing reliance on one-time purchase cycles</a:t>
            </a:r>
          </a:p>
          <a:p>
            <a:pPr marL="171450" indent="-171450">
              <a:buFont typeface="Arial" panose="020B0604020202020204" pitchFamily="34" charset="0"/>
              <a:buChar char="•"/>
            </a:pPr>
            <a:r>
              <a:rPr lang="en-US" sz="1200" dirty="0">
                <a:solidFill>
                  <a:srgbClr val="000000"/>
                </a:solidFill>
              </a:rPr>
              <a:t>Installment plans increased smartphone ownership by 25% among low-income buyers, unlocking new market segments</a:t>
            </a:r>
          </a:p>
        </p:txBody>
      </p:sp>
      <p:grpSp>
        <p:nvGrpSpPr>
          <p:cNvPr id="14" name="bcgBugs_Survey ">
            <a:extLst>
              <a:ext uri="{FF2B5EF4-FFF2-40B4-BE49-F238E27FC236}">
                <a16:creationId xmlns:a16="http://schemas.microsoft.com/office/drawing/2014/main" id="{ADE5527E-CF99-8A68-D5A1-DCC4064DBFD4}"/>
              </a:ext>
            </a:extLst>
          </p:cNvPr>
          <p:cNvGrpSpPr>
            <a:grpSpLocks noChangeAspect="1"/>
          </p:cNvGrpSpPr>
          <p:nvPr/>
        </p:nvGrpSpPr>
        <p:grpSpPr bwMode="auto">
          <a:xfrm>
            <a:off x="7904381" y="2391925"/>
            <a:ext cx="773709" cy="773709"/>
            <a:chOff x="1756" y="972"/>
            <a:chExt cx="288" cy="288"/>
          </a:xfrm>
        </p:grpSpPr>
        <p:sp>
          <p:nvSpPr>
            <p:cNvPr id="15" name="AutoShape 23">
              <a:extLst>
                <a:ext uri="{FF2B5EF4-FFF2-40B4-BE49-F238E27FC236}">
                  <a16:creationId xmlns:a16="http://schemas.microsoft.com/office/drawing/2014/main" id="{8249049A-84F1-111E-5135-00BCE234E08E}"/>
                </a:ext>
              </a:extLst>
            </p:cNvPr>
            <p:cNvSpPr>
              <a:spLocks noChangeAspect="1" noChangeArrowheads="1" noTextEdit="1"/>
            </p:cNvSpPr>
            <p:nvPr/>
          </p:nvSpPr>
          <p:spPr bwMode="auto">
            <a:xfrm>
              <a:off x="1756" y="972"/>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25">
              <a:extLst>
                <a:ext uri="{FF2B5EF4-FFF2-40B4-BE49-F238E27FC236}">
                  <a16:creationId xmlns:a16="http://schemas.microsoft.com/office/drawing/2014/main" id="{6B3D644E-C96B-3754-4EB7-B9E64082F25D}"/>
                </a:ext>
              </a:extLst>
            </p:cNvPr>
            <p:cNvSpPr>
              <a:spLocks noEditPoints="1"/>
            </p:cNvSpPr>
            <p:nvPr/>
          </p:nvSpPr>
          <p:spPr bwMode="auto">
            <a:xfrm>
              <a:off x="1808" y="993"/>
              <a:ext cx="184" cy="246"/>
            </a:xfrm>
            <a:custGeom>
              <a:avLst/>
              <a:gdLst>
                <a:gd name="T0" fmla="*/ 227 w 640"/>
                <a:gd name="T1" fmla="*/ 678 h 854"/>
                <a:gd name="T2" fmla="*/ 136 w 640"/>
                <a:gd name="T3" fmla="*/ 586 h 854"/>
                <a:gd name="T4" fmla="*/ 224 w 640"/>
                <a:gd name="T5" fmla="*/ 144 h 854"/>
                <a:gd name="T6" fmla="*/ 428 w 640"/>
                <a:gd name="T7" fmla="*/ 133 h 854"/>
                <a:gd name="T8" fmla="*/ 428 w 640"/>
                <a:gd name="T9" fmla="*/ 85 h 854"/>
                <a:gd name="T10" fmla="*/ 423 w 640"/>
                <a:gd name="T11" fmla="*/ 49 h 854"/>
                <a:gd name="T12" fmla="*/ 374 w 640"/>
                <a:gd name="T13" fmla="*/ 26 h 854"/>
                <a:gd name="T14" fmla="*/ 266 w 640"/>
                <a:gd name="T15" fmla="*/ 26 h 854"/>
                <a:gd name="T16" fmla="*/ 217 w 640"/>
                <a:gd name="T17" fmla="*/ 49 h 854"/>
                <a:gd name="T18" fmla="*/ 212 w 640"/>
                <a:gd name="T19" fmla="*/ 85 h 854"/>
                <a:gd name="T20" fmla="*/ 212 w 640"/>
                <a:gd name="T21" fmla="*/ 133 h 854"/>
                <a:gd name="T22" fmla="*/ 303 w 640"/>
                <a:gd name="T23" fmla="*/ 26 h 854"/>
                <a:gd name="T24" fmla="*/ 337 w 640"/>
                <a:gd name="T25" fmla="*/ 26 h 854"/>
                <a:gd name="T26" fmla="*/ 278 w 640"/>
                <a:gd name="T27" fmla="*/ 50 h 854"/>
                <a:gd name="T28" fmla="*/ 618 w 640"/>
                <a:gd name="T29" fmla="*/ 92 h 854"/>
                <a:gd name="T30" fmla="*/ 472 w 640"/>
                <a:gd name="T31" fmla="*/ 133 h 854"/>
                <a:gd name="T32" fmla="*/ 224 w 640"/>
                <a:gd name="T33" fmla="*/ 188 h 854"/>
                <a:gd name="T34" fmla="*/ 168 w 640"/>
                <a:gd name="T35" fmla="*/ 92 h 854"/>
                <a:gd name="T36" fmla="*/ 0 w 640"/>
                <a:gd name="T37" fmla="*/ 114 h 854"/>
                <a:gd name="T38" fmla="*/ 22 w 640"/>
                <a:gd name="T39" fmla="*/ 854 h 854"/>
                <a:gd name="T40" fmla="*/ 640 w 640"/>
                <a:gd name="T41" fmla="*/ 832 h 854"/>
                <a:gd name="T42" fmla="*/ 618 w 640"/>
                <a:gd name="T43" fmla="*/ 92 h 854"/>
                <a:gd name="T44" fmla="*/ 242 w 640"/>
                <a:gd name="T45" fmla="*/ 710 h 854"/>
                <a:gd name="T46" fmla="*/ 104 w 640"/>
                <a:gd name="T47" fmla="*/ 693 h 854"/>
                <a:gd name="T48" fmla="*/ 120 w 640"/>
                <a:gd name="T49" fmla="*/ 555 h 854"/>
                <a:gd name="T50" fmla="*/ 259 w 640"/>
                <a:gd name="T51" fmla="*/ 571 h 854"/>
                <a:gd name="T52" fmla="*/ 259 w 640"/>
                <a:gd name="T53" fmla="*/ 427 h 854"/>
                <a:gd name="T54" fmla="*/ 120 w 640"/>
                <a:gd name="T55" fmla="*/ 444 h 854"/>
                <a:gd name="T56" fmla="*/ 104 w 640"/>
                <a:gd name="T57" fmla="*/ 305 h 854"/>
                <a:gd name="T58" fmla="*/ 242 w 640"/>
                <a:gd name="T59" fmla="*/ 289 h 854"/>
                <a:gd name="T60" fmla="*/ 259 w 640"/>
                <a:gd name="T61" fmla="*/ 427 h 854"/>
                <a:gd name="T62" fmla="*/ 339 w 640"/>
                <a:gd name="T63" fmla="*/ 710 h 854"/>
                <a:gd name="T64" fmla="*/ 339 w 640"/>
                <a:gd name="T65" fmla="*/ 666 h 854"/>
                <a:gd name="T66" fmla="*/ 552 w 640"/>
                <a:gd name="T67" fmla="*/ 688 h 854"/>
                <a:gd name="T68" fmla="*/ 530 w 640"/>
                <a:gd name="T69" fmla="*/ 609 h 854"/>
                <a:gd name="T70" fmla="*/ 317 w 640"/>
                <a:gd name="T71" fmla="*/ 587 h 854"/>
                <a:gd name="T72" fmla="*/ 530 w 640"/>
                <a:gd name="T73" fmla="*/ 565 h 854"/>
                <a:gd name="T74" fmla="*/ 530 w 640"/>
                <a:gd name="T75" fmla="*/ 609 h 854"/>
                <a:gd name="T76" fmla="*/ 339 w 640"/>
                <a:gd name="T77" fmla="*/ 444 h 854"/>
                <a:gd name="T78" fmla="*/ 339 w 640"/>
                <a:gd name="T79" fmla="*/ 400 h 854"/>
                <a:gd name="T80" fmla="*/ 552 w 640"/>
                <a:gd name="T81" fmla="*/ 422 h 854"/>
                <a:gd name="T82" fmla="*/ 530 w 640"/>
                <a:gd name="T83" fmla="*/ 343 h 854"/>
                <a:gd name="T84" fmla="*/ 317 w 640"/>
                <a:gd name="T85" fmla="*/ 321 h 854"/>
                <a:gd name="T86" fmla="*/ 530 w 640"/>
                <a:gd name="T87" fmla="*/ 298 h 854"/>
                <a:gd name="T88" fmla="*/ 530 w 640"/>
                <a:gd name="T89" fmla="*/ 343 h 854"/>
                <a:gd name="T90" fmla="*/ 227 w 640"/>
                <a:gd name="T91" fmla="*/ 412 h 854"/>
                <a:gd name="T92" fmla="*/ 136 w 640"/>
                <a:gd name="T93" fmla="*/ 321 h 8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640" h="854">
                  <a:moveTo>
                    <a:pt x="136" y="678"/>
                  </a:moveTo>
                  <a:cubicBezTo>
                    <a:pt x="227" y="678"/>
                    <a:pt x="227" y="678"/>
                    <a:pt x="227" y="678"/>
                  </a:cubicBezTo>
                  <a:cubicBezTo>
                    <a:pt x="227" y="586"/>
                    <a:pt x="227" y="586"/>
                    <a:pt x="227" y="586"/>
                  </a:cubicBezTo>
                  <a:cubicBezTo>
                    <a:pt x="136" y="586"/>
                    <a:pt x="136" y="586"/>
                    <a:pt x="136" y="586"/>
                  </a:cubicBezTo>
                  <a:lnTo>
                    <a:pt x="136" y="678"/>
                  </a:lnTo>
                  <a:close/>
                  <a:moveTo>
                    <a:pt x="224" y="144"/>
                  </a:moveTo>
                  <a:cubicBezTo>
                    <a:pt x="416" y="144"/>
                    <a:pt x="416" y="144"/>
                    <a:pt x="416" y="144"/>
                  </a:cubicBezTo>
                  <a:cubicBezTo>
                    <a:pt x="423" y="144"/>
                    <a:pt x="428" y="139"/>
                    <a:pt x="428" y="133"/>
                  </a:cubicBezTo>
                  <a:cubicBezTo>
                    <a:pt x="428" y="108"/>
                    <a:pt x="428" y="108"/>
                    <a:pt x="428" y="108"/>
                  </a:cubicBezTo>
                  <a:cubicBezTo>
                    <a:pt x="428" y="85"/>
                    <a:pt x="428" y="85"/>
                    <a:pt x="428" y="85"/>
                  </a:cubicBezTo>
                  <a:cubicBezTo>
                    <a:pt x="428" y="55"/>
                    <a:pt x="428" y="55"/>
                    <a:pt x="428" y="55"/>
                  </a:cubicBezTo>
                  <a:cubicBezTo>
                    <a:pt x="428" y="52"/>
                    <a:pt x="425" y="49"/>
                    <a:pt x="423" y="49"/>
                  </a:cubicBezTo>
                  <a:cubicBezTo>
                    <a:pt x="386" y="49"/>
                    <a:pt x="386" y="49"/>
                    <a:pt x="386" y="49"/>
                  </a:cubicBezTo>
                  <a:cubicBezTo>
                    <a:pt x="384" y="41"/>
                    <a:pt x="379" y="33"/>
                    <a:pt x="374" y="26"/>
                  </a:cubicBezTo>
                  <a:cubicBezTo>
                    <a:pt x="361" y="10"/>
                    <a:pt x="342" y="0"/>
                    <a:pt x="320" y="0"/>
                  </a:cubicBezTo>
                  <a:cubicBezTo>
                    <a:pt x="298" y="0"/>
                    <a:pt x="279" y="10"/>
                    <a:pt x="266" y="26"/>
                  </a:cubicBezTo>
                  <a:cubicBezTo>
                    <a:pt x="261" y="33"/>
                    <a:pt x="256" y="41"/>
                    <a:pt x="254" y="49"/>
                  </a:cubicBezTo>
                  <a:cubicBezTo>
                    <a:pt x="217" y="49"/>
                    <a:pt x="217" y="49"/>
                    <a:pt x="217" y="49"/>
                  </a:cubicBezTo>
                  <a:cubicBezTo>
                    <a:pt x="215" y="49"/>
                    <a:pt x="212" y="52"/>
                    <a:pt x="212" y="55"/>
                  </a:cubicBezTo>
                  <a:cubicBezTo>
                    <a:pt x="212" y="85"/>
                    <a:pt x="212" y="85"/>
                    <a:pt x="212" y="85"/>
                  </a:cubicBezTo>
                  <a:cubicBezTo>
                    <a:pt x="212" y="108"/>
                    <a:pt x="212" y="108"/>
                    <a:pt x="212" y="108"/>
                  </a:cubicBezTo>
                  <a:cubicBezTo>
                    <a:pt x="212" y="133"/>
                    <a:pt x="212" y="133"/>
                    <a:pt x="212" y="133"/>
                  </a:cubicBezTo>
                  <a:cubicBezTo>
                    <a:pt x="212" y="139"/>
                    <a:pt x="217" y="144"/>
                    <a:pt x="224" y="144"/>
                  </a:cubicBezTo>
                  <a:close/>
                  <a:moveTo>
                    <a:pt x="303" y="26"/>
                  </a:moveTo>
                  <a:cubicBezTo>
                    <a:pt x="309" y="25"/>
                    <a:pt x="314" y="24"/>
                    <a:pt x="320" y="24"/>
                  </a:cubicBezTo>
                  <a:cubicBezTo>
                    <a:pt x="326" y="24"/>
                    <a:pt x="331" y="25"/>
                    <a:pt x="337" y="26"/>
                  </a:cubicBezTo>
                  <a:cubicBezTo>
                    <a:pt x="347" y="31"/>
                    <a:pt x="357" y="39"/>
                    <a:pt x="362" y="50"/>
                  </a:cubicBezTo>
                  <a:cubicBezTo>
                    <a:pt x="278" y="50"/>
                    <a:pt x="278" y="50"/>
                    <a:pt x="278" y="50"/>
                  </a:cubicBezTo>
                  <a:cubicBezTo>
                    <a:pt x="283" y="39"/>
                    <a:pt x="293" y="31"/>
                    <a:pt x="303" y="26"/>
                  </a:cubicBezTo>
                  <a:close/>
                  <a:moveTo>
                    <a:pt x="618" y="92"/>
                  </a:moveTo>
                  <a:cubicBezTo>
                    <a:pt x="472" y="92"/>
                    <a:pt x="472" y="92"/>
                    <a:pt x="472" y="92"/>
                  </a:cubicBezTo>
                  <a:cubicBezTo>
                    <a:pt x="472" y="133"/>
                    <a:pt x="472" y="133"/>
                    <a:pt x="472" y="133"/>
                  </a:cubicBezTo>
                  <a:cubicBezTo>
                    <a:pt x="472" y="163"/>
                    <a:pt x="447" y="188"/>
                    <a:pt x="416" y="188"/>
                  </a:cubicBezTo>
                  <a:cubicBezTo>
                    <a:pt x="224" y="188"/>
                    <a:pt x="224" y="188"/>
                    <a:pt x="224" y="188"/>
                  </a:cubicBezTo>
                  <a:cubicBezTo>
                    <a:pt x="193" y="188"/>
                    <a:pt x="168" y="163"/>
                    <a:pt x="168" y="133"/>
                  </a:cubicBezTo>
                  <a:cubicBezTo>
                    <a:pt x="168" y="92"/>
                    <a:pt x="168" y="92"/>
                    <a:pt x="168" y="92"/>
                  </a:cubicBezTo>
                  <a:cubicBezTo>
                    <a:pt x="22" y="92"/>
                    <a:pt x="22" y="92"/>
                    <a:pt x="22" y="92"/>
                  </a:cubicBezTo>
                  <a:cubicBezTo>
                    <a:pt x="10" y="92"/>
                    <a:pt x="0" y="102"/>
                    <a:pt x="0" y="114"/>
                  </a:cubicBezTo>
                  <a:cubicBezTo>
                    <a:pt x="0" y="832"/>
                    <a:pt x="0" y="832"/>
                    <a:pt x="0" y="832"/>
                  </a:cubicBezTo>
                  <a:cubicBezTo>
                    <a:pt x="0" y="844"/>
                    <a:pt x="10" y="854"/>
                    <a:pt x="22" y="854"/>
                  </a:cubicBezTo>
                  <a:cubicBezTo>
                    <a:pt x="618" y="854"/>
                    <a:pt x="618" y="854"/>
                    <a:pt x="618" y="854"/>
                  </a:cubicBezTo>
                  <a:cubicBezTo>
                    <a:pt x="630" y="854"/>
                    <a:pt x="640" y="844"/>
                    <a:pt x="640" y="832"/>
                  </a:cubicBezTo>
                  <a:cubicBezTo>
                    <a:pt x="640" y="114"/>
                    <a:pt x="640" y="114"/>
                    <a:pt x="640" y="114"/>
                  </a:cubicBezTo>
                  <a:cubicBezTo>
                    <a:pt x="640" y="102"/>
                    <a:pt x="630" y="92"/>
                    <a:pt x="618" y="92"/>
                  </a:cubicBezTo>
                  <a:close/>
                  <a:moveTo>
                    <a:pt x="259" y="693"/>
                  </a:moveTo>
                  <a:cubicBezTo>
                    <a:pt x="259" y="702"/>
                    <a:pt x="251" y="710"/>
                    <a:pt x="242" y="710"/>
                  </a:cubicBezTo>
                  <a:cubicBezTo>
                    <a:pt x="120" y="710"/>
                    <a:pt x="120" y="710"/>
                    <a:pt x="120" y="710"/>
                  </a:cubicBezTo>
                  <a:cubicBezTo>
                    <a:pt x="111" y="710"/>
                    <a:pt x="104" y="702"/>
                    <a:pt x="104" y="693"/>
                  </a:cubicBezTo>
                  <a:cubicBezTo>
                    <a:pt x="104" y="571"/>
                    <a:pt x="104" y="571"/>
                    <a:pt x="104" y="571"/>
                  </a:cubicBezTo>
                  <a:cubicBezTo>
                    <a:pt x="104" y="562"/>
                    <a:pt x="111" y="555"/>
                    <a:pt x="120" y="555"/>
                  </a:cubicBezTo>
                  <a:cubicBezTo>
                    <a:pt x="242" y="555"/>
                    <a:pt x="242" y="555"/>
                    <a:pt x="242" y="555"/>
                  </a:cubicBezTo>
                  <a:cubicBezTo>
                    <a:pt x="251" y="555"/>
                    <a:pt x="259" y="562"/>
                    <a:pt x="259" y="571"/>
                  </a:cubicBezTo>
                  <a:lnTo>
                    <a:pt x="259" y="693"/>
                  </a:lnTo>
                  <a:close/>
                  <a:moveTo>
                    <a:pt x="259" y="427"/>
                  </a:moveTo>
                  <a:cubicBezTo>
                    <a:pt x="259" y="436"/>
                    <a:pt x="251" y="444"/>
                    <a:pt x="242" y="444"/>
                  </a:cubicBezTo>
                  <a:cubicBezTo>
                    <a:pt x="120" y="444"/>
                    <a:pt x="120" y="444"/>
                    <a:pt x="120" y="444"/>
                  </a:cubicBezTo>
                  <a:cubicBezTo>
                    <a:pt x="111" y="444"/>
                    <a:pt x="104" y="436"/>
                    <a:pt x="104" y="427"/>
                  </a:cubicBezTo>
                  <a:cubicBezTo>
                    <a:pt x="104" y="305"/>
                    <a:pt x="104" y="305"/>
                    <a:pt x="104" y="305"/>
                  </a:cubicBezTo>
                  <a:cubicBezTo>
                    <a:pt x="104" y="296"/>
                    <a:pt x="111" y="289"/>
                    <a:pt x="120" y="289"/>
                  </a:cubicBezTo>
                  <a:cubicBezTo>
                    <a:pt x="242" y="289"/>
                    <a:pt x="242" y="289"/>
                    <a:pt x="242" y="289"/>
                  </a:cubicBezTo>
                  <a:cubicBezTo>
                    <a:pt x="251" y="289"/>
                    <a:pt x="259" y="296"/>
                    <a:pt x="259" y="305"/>
                  </a:cubicBezTo>
                  <a:lnTo>
                    <a:pt x="259" y="427"/>
                  </a:lnTo>
                  <a:close/>
                  <a:moveTo>
                    <a:pt x="530" y="710"/>
                  </a:moveTo>
                  <a:cubicBezTo>
                    <a:pt x="530" y="710"/>
                    <a:pt x="452" y="710"/>
                    <a:pt x="339" y="710"/>
                  </a:cubicBezTo>
                  <a:cubicBezTo>
                    <a:pt x="327" y="710"/>
                    <a:pt x="317" y="700"/>
                    <a:pt x="317" y="688"/>
                  </a:cubicBezTo>
                  <a:cubicBezTo>
                    <a:pt x="317" y="676"/>
                    <a:pt x="327" y="666"/>
                    <a:pt x="339" y="666"/>
                  </a:cubicBezTo>
                  <a:cubicBezTo>
                    <a:pt x="339" y="666"/>
                    <a:pt x="398" y="666"/>
                    <a:pt x="530" y="666"/>
                  </a:cubicBezTo>
                  <a:cubicBezTo>
                    <a:pt x="542" y="666"/>
                    <a:pt x="552" y="676"/>
                    <a:pt x="552" y="688"/>
                  </a:cubicBezTo>
                  <a:cubicBezTo>
                    <a:pt x="552" y="700"/>
                    <a:pt x="542" y="710"/>
                    <a:pt x="530" y="710"/>
                  </a:cubicBezTo>
                  <a:close/>
                  <a:moveTo>
                    <a:pt x="530" y="609"/>
                  </a:moveTo>
                  <a:cubicBezTo>
                    <a:pt x="530" y="609"/>
                    <a:pt x="428" y="609"/>
                    <a:pt x="339" y="609"/>
                  </a:cubicBezTo>
                  <a:cubicBezTo>
                    <a:pt x="327" y="609"/>
                    <a:pt x="317" y="599"/>
                    <a:pt x="317" y="587"/>
                  </a:cubicBezTo>
                  <a:cubicBezTo>
                    <a:pt x="317" y="575"/>
                    <a:pt x="327" y="565"/>
                    <a:pt x="339" y="565"/>
                  </a:cubicBezTo>
                  <a:cubicBezTo>
                    <a:pt x="339" y="565"/>
                    <a:pt x="476" y="565"/>
                    <a:pt x="530" y="565"/>
                  </a:cubicBezTo>
                  <a:cubicBezTo>
                    <a:pt x="542" y="565"/>
                    <a:pt x="552" y="575"/>
                    <a:pt x="552" y="587"/>
                  </a:cubicBezTo>
                  <a:cubicBezTo>
                    <a:pt x="552" y="599"/>
                    <a:pt x="542" y="609"/>
                    <a:pt x="530" y="609"/>
                  </a:cubicBezTo>
                  <a:close/>
                  <a:moveTo>
                    <a:pt x="530" y="444"/>
                  </a:moveTo>
                  <a:cubicBezTo>
                    <a:pt x="530" y="444"/>
                    <a:pt x="415" y="444"/>
                    <a:pt x="339" y="444"/>
                  </a:cubicBezTo>
                  <a:cubicBezTo>
                    <a:pt x="327" y="444"/>
                    <a:pt x="317" y="434"/>
                    <a:pt x="317" y="422"/>
                  </a:cubicBezTo>
                  <a:cubicBezTo>
                    <a:pt x="317" y="410"/>
                    <a:pt x="327" y="400"/>
                    <a:pt x="339" y="400"/>
                  </a:cubicBezTo>
                  <a:cubicBezTo>
                    <a:pt x="339" y="400"/>
                    <a:pt x="476" y="400"/>
                    <a:pt x="530" y="400"/>
                  </a:cubicBezTo>
                  <a:cubicBezTo>
                    <a:pt x="542" y="400"/>
                    <a:pt x="552" y="410"/>
                    <a:pt x="552" y="422"/>
                  </a:cubicBezTo>
                  <a:cubicBezTo>
                    <a:pt x="552" y="434"/>
                    <a:pt x="542" y="444"/>
                    <a:pt x="530" y="444"/>
                  </a:cubicBezTo>
                  <a:close/>
                  <a:moveTo>
                    <a:pt x="530" y="343"/>
                  </a:moveTo>
                  <a:cubicBezTo>
                    <a:pt x="530" y="343"/>
                    <a:pt x="413" y="343"/>
                    <a:pt x="339" y="343"/>
                  </a:cubicBezTo>
                  <a:cubicBezTo>
                    <a:pt x="327" y="343"/>
                    <a:pt x="317" y="333"/>
                    <a:pt x="317" y="321"/>
                  </a:cubicBezTo>
                  <a:cubicBezTo>
                    <a:pt x="317" y="308"/>
                    <a:pt x="327" y="298"/>
                    <a:pt x="339" y="298"/>
                  </a:cubicBezTo>
                  <a:cubicBezTo>
                    <a:pt x="339" y="298"/>
                    <a:pt x="459" y="298"/>
                    <a:pt x="530" y="298"/>
                  </a:cubicBezTo>
                  <a:cubicBezTo>
                    <a:pt x="542" y="298"/>
                    <a:pt x="552" y="308"/>
                    <a:pt x="552" y="321"/>
                  </a:cubicBezTo>
                  <a:cubicBezTo>
                    <a:pt x="552" y="333"/>
                    <a:pt x="542" y="343"/>
                    <a:pt x="530" y="343"/>
                  </a:cubicBezTo>
                  <a:close/>
                  <a:moveTo>
                    <a:pt x="136" y="412"/>
                  </a:moveTo>
                  <a:cubicBezTo>
                    <a:pt x="227" y="412"/>
                    <a:pt x="227" y="412"/>
                    <a:pt x="227" y="412"/>
                  </a:cubicBezTo>
                  <a:cubicBezTo>
                    <a:pt x="227" y="321"/>
                    <a:pt x="227" y="321"/>
                    <a:pt x="227" y="321"/>
                  </a:cubicBezTo>
                  <a:cubicBezTo>
                    <a:pt x="136" y="321"/>
                    <a:pt x="136" y="321"/>
                    <a:pt x="136" y="321"/>
                  </a:cubicBezTo>
                  <a:lnTo>
                    <a:pt x="136" y="412"/>
                  </a:lnTo>
                  <a:close/>
                </a:path>
              </a:pathLst>
            </a:custGeom>
            <a:solidFill>
              <a:srgbClr val="00B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aphicFrame>
        <p:nvGraphicFramePr>
          <p:cNvPr id="17" name="Object 16" hidden="1">
            <a:extLst>
              <a:ext uri="{FF2B5EF4-FFF2-40B4-BE49-F238E27FC236}">
                <a16:creationId xmlns:a16="http://schemas.microsoft.com/office/drawing/2014/main" id="{C2F07A64-3882-0D42-C3A9-A3E2E5ACA011}"/>
              </a:ext>
            </a:extLst>
          </p:cNvPr>
          <p:cNvGraphicFramePr>
            <a:graphicFrameLocks noChangeAspect="1"/>
          </p:cNvGraphicFramePr>
          <p:nvPr>
            <p:custDataLst>
              <p:tags r:id="rId2"/>
            </p:custDataLst>
          </p:nvPr>
        </p:nvGraphicFramePr>
        <p:xfrm>
          <a:off x="153988" y="153988"/>
          <a:ext cx="1587" cy="1587"/>
        </p:xfrm>
        <a:graphic>
          <a:graphicData uri="http://schemas.openxmlformats.org/presentationml/2006/ole">
            <mc:AlternateContent xmlns:mc="http://schemas.openxmlformats.org/markup-compatibility/2006">
              <mc:Choice xmlns:v="urn:schemas-microsoft-com:vml" Requires="v">
                <p:oleObj name="think-cell Slide" r:id="rId7" imgW="270" imgH="270" progId="TCLayout.ActiveDocument.1">
                  <p:embed/>
                </p:oleObj>
              </mc:Choice>
              <mc:Fallback>
                <p:oleObj name="think-cell Slide" r:id="rId7" imgW="270" imgH="270" progId="TCLayout.ActiveDocument.1">
                  <p:embed/>
                  <p:pic>
                    <p:nvPicPr>
                      <p:cNvPr id="17" name="Object 16" hidden="1">
                        <a:extLst>
                          <a:ext uri="{FF2B5EF4-FFF2-40B4-BE49-F238E27FC236}">
                            <a16:creationId xmlns:a16="http://schemas.microsoft.com/office/drawing/2014/main" id="{C2F07A64-3882-0D42-C3A9-A3E2E5ACA011}"/>
                          </a:ext>
                        </a:extLst>
                      </p:cNvPr>
                      <p:cNvPicPr/>
                      <p:nvPr/>
                    </p:nvPicPr>
                    <p:blipFill>
                      <a:blip r:embed="rId8"/>
                      <a:stretch>
                        <a:fillRect/>
                      </a:stretch>
                    </p:blipFill>
                    <p:spPr>
                      <a:xfrm>
                        <a:off x="153988" y="153988"/>
                        <a:ext cx="1587" cy="1587"/>
                      </a:xfrm>
                      <a:prstGeom prst="rect">
                        <a:avLst/>
                      </a:prstGeom>
                    </p:spPr>
                  </p:pic>
                </p:oleObj>
              </mc:Fallback>
            </mc:AlternateContent>
          </a:graphicData>
        </a:graphic>
      </p:graphicFrame>
      <p:sp>
        <p:nvSpPr>
          <p:cNvPr id="18" name="Rectangle 17" hidden="1">
            <a:extLst>
              <a:ext uri="{FF2B5EF4-FFF2-40B4-BE49-F238E27FC236}">
                <a16:creationId xmlns:a16="http://schemas.microsoft.com/office/drawing/2014/main" id="{F3373025-70F2-206E-C2A9-CF622E9D0E06}"/>
              </a:ext>
            </a:extLst>
          </p:cNvPr>
          <p:cNvSpPr/>
          <p:nvPr>
            <p:custDataLst>
              <p:tags r:id="rId3"/>
            </p:custDataLst>
          </p:nvPr>
        </p:nvSpPr>
        <p:spPr bwMode="gray">
          <a:xfrm>
            <a:off x="152400" y="15240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algn="ctr">
              <a:spcBef>
                <a:spcPct val="0"/>
              </a:spcBef>
              <a:spcAft>
                <a:spcPct val="0"/>
              </a:spcAft>
            </a:pPr>
            <a:endParaRPr lang="en-US" sz="1600">
              <a:solidFill>
                <a:srgbClr val="FFFFFF"/>
              </a:solidFill>
              <a:latin typeface="Trebuchet MS" panose="020B0603020202020204" pitchFamily="34" charset="0"/>
              <a:sym typeface="Trebuchet MS" panose="020B0603020202020204" pitchFamily="34" charset="0"/>
            </a:endParaRPr>
          </a:p>
        </p:txBody>
      </p:sp>
      <p:grpSp>
        <p:nvGrpSpPr>
          <p:cNvPr id="19" name="bcgBugs_Increase/chart/Trending Up/Line">
            <a:extLst>
              <a:ext uri="{FF2B5EF4-FFF2-40B4-BE49-F238E27FC236}">
                <a16:creationId xmlns:a16="http://schemas.microsoft.com/office/drawing/2014/main" id="{FBC435DD-5B26-F32E-BF09-A023B5B5B515}"/>
              </a:ext>
            </a:extLst>
          </p:cNvPr>
          <p:cNvGrpSpPr>
            <a:grpSpLocks noChangeAspect="1"/>
          </p:cNvGrpSpPr>
          <p:nvPr/>
        </p:nvGrpSpPr>
        <p:grpSpPr bwMode="auto">
          <a:xfrm>
            <a:off x="4309407" y="2391925"/>
            <a:ext cx="773709" cy="773709"/>
            <a:chOff x="1465" y="1164"/>
            <a:chExt cx="288" cy="288"/>
          </a:xfrm>
        </p:grpSpPr>
        <p:sp>
          <p:nvSpPr>
            <p:cNvPr id="20" name="AutoShape 28">
              <a:extLst>
                <a:ext uri="{FF2B5EF4-FFF2-40B4-BE49-F238E27FC236}">
                  <a16:creationId xmlns:a16="http://schemas.microsoft.com/office/drawing/2014/main" id="{3460D553-8557-D99A-6959-26F66809E59E}"/>
                </a:ext>
              </a:extLst>
            </p:cNvPr>
            <p:cNvSpPr>
              <a:spLocks noChangeAspect="1" noChangeArrowheads="1" noTextEdit="1"/>
            </p:cNvSpPr>
            <p:nvPr/>
          </p:nvSpPr>
          <p:spPr bwMode="auto">
            <a:xfrm>
              <a:off x="1465" y="1164"/>
              <a:ext cx="28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30">
              <a:extLst>
                <a:ext uri="{FF2B5EF4-FFF2-40B4-BE49-F238E27FC236}">
                  <a16:creationId xmlns:a16="http://schemas.microsoft.com/office/drawing/2014/main" id="{635AF590-2B78-A2F7-7849-AFD1A75CF80B}"/>
                </a:ext>
              </a:extLst>
            </p:cNvPr>
            <p:cNvSpPr>
              <a:spLocks noEditPoints="1"/>
            </p:cNvSpPr>
            <p:nvPr/>
          </p:nvSpPr>
          <p:spPr bwMode="auto">
            <a:xfrm>
              <a:off x="1483" y="1225"/>
              <a:ext cx="253" cy="167"/>
            </a:xfrm>
            <a:custGeom>
              <a:avLst/>
              <a:gdLst>
                <a:gd name="T0" fmla="*/ 861 w 880"/>
                <a:gd name="T1" fmla="*/ 1 h 580"/>
                <a:gd name="T2" fmla="*/ 689 w 880"/>
                <a:gd name="T3" fmla="*/ 74 h 580"/>
                <a:gd name="T4" fmla="*/ 724 w 880"/>
                <a:gd name="T5" fmla="*/ 114 h 580"/>
                <a:gd name="T6" fmla="*/ 628 w 880"/>
                <a:gd name="T7" fmla="*/ 239 h 580"/>
                <a:gd name="T8" fmla="*/ 617 w 880"/>
                <a:gd name="T9" fmla="*/ 241 h 580"/>
                <a:gd name="T10" fmla="*/ 598 w 880"/>
                <a:gd name="T11" fmla="*/ 229 h 580"/>
                <a:gd name="T12" fmla="*/ 482 w 880"/>
                <a:gd name="T13" fmla="*/ 161 h 580"/>
                <a:gd name="T14" fmla="*/ 468 w 880"/>
                <a:gd name="T15" fmla="*/ 174 h 580"/>
                <a:gd name="T16" fmla="*/ 317 w 880"/>
                <a:gd name="T17" fmla="*/ 352 h 580"/>
                <a:gd name="T18" fmla="*/ 288 w 880"/>
                <a:gd name="T19" fmla="*/ 383 h 580"/>
                <a:gd name="T20" fmla="*/ 171 w 880"/>
                <a:gd name="T21" fmla="*/ 341 h 580"/>
                <a:gd name="T22" fmla="*/ 161 w 880"/>
                <a:gd name="T23" fmla="*/ 344 h 580"/>
                <a:gd name="T24" fmla="*/ 15 w 880"/>
                <a:gd name="T25" fmla="*/ 538 h 580"/>
                <a:gd name="T26" fmla="*/ 15 w 880"/>
                <a:gd name="T27" fmla="*/ 540 h 580"/>
                <a:gd name="T28" fmla="*/ 165 w 880"/>
                <a:gd name="T29" fmla="*/ 372 h 580"/>
                <a:gd name="T30" fmla="*/ 176 w 880"/>
                <a:gd name="T31" fmla="*/ 363 h 580"/>
                <a:gd name="T32" fmla="*/ 288 w 880"/>
                <a:gd name="T33" fmla="*/ 415 h 580"/>
                <a:gd name="T34" fmla="*/ 302 w 880"/>
                <a:gd name="T35" fmla="*/ 412 h 580"/>
                <a:gd name="T36" fmla="*/ 449 w 880"/>
                <a:gd name="T37" fmla="*/ 259 h 580"/>
                <a:gd name="T38" fmla="*/ 484 w 880"/>
                <a:gd name="T39" fmla="*/ 221 h 580"/>
                <a:gd name="T40" fmla="*/ 495 w 880"/>
                <a:gd name="T41" fmla="*/ 220 h 580"/>
                <a:gd name="T42" fmla="*/ 598 w 880"/>
                <a:gd name="T43" fmla="*/ 290 h 580"/>
                <a:gd name="T44" fmla="*/ 627 w 880"/>
                <a:gd name="T45" fmla="*/ 308 h 580"/>
                <a:gd name="T46" fmla="*/ 638 w 880"/>
                <a:gd name="T47" fmla="*/ 307 h 580"/>
                <a:gd name="T48" fmla="*/ 768 w 880"/>
                <a:gd name="T49" fmla="*/ 159 h 580"/>
                <a:gd name="T50" fmla="*/ 779 w 880"/>
                <a:gd name="T51" fmla="*/ 158 h 580"/>
                <a:gd name="T52" fmla="*/ 821 w 880"/>
                <a:gd name="T53" fmla="*/ 190 h 580"/>
                <a:gd name="T54" fmla="*/ 878 w 880"/>
                <a:gd name="T55" fmla="*/ 15 h 580"/>
                <a:gd name="T56" fmla="*/ 821 w 880"/>
                <a:gd name="T57" fmla="*/ 234 h 580"/>
                <a:gd name="T58" fmla="*/ 778 w 880"/>
                <a:gd name="T59" fmla="*/ 213 h 580"/>
                <a:gd name="T60" fmla="*/ 632 w 880"/>
                <a:gd name="T61" fmla="*/ 353 h 580"/>
                <a:gd name="T62" fmla="*/ 593 w 880"/>
                <a:gd name="T63" fmla="*/ 338 h 580"/>
                <a:gd name="T64" fmla="*/ 573 w 880"/>
                <a:gd name="T65" fmla="*/ 326 h 580"/>
                <a:gd name="T66" fmla="*/ 481 w 880"/>
                <a:gd name="T67" fmla="*/ 289 h 580"/>
                <a:gd name="T68" fmla="*/ 349 w 880"/>
                <a:gd name="T69" fmla="*/ 426 h 580"/>
                <a:gd name="T70" fmla="*/ 293 w 880"/>
                <a:gd name="T71" fmla="*/ 460 h 580"/>
                <a:gd name="T72" fmla="*/ 269 w 880"/>
                <a:gd name="T73" fmla="*/ 455 h 580"/>
                <a:gd name="T74" fmla="*/ 177 w 880"/>
                <a:gd name="T75" fmla="*/ 424 h 580"/>
                <a:gd name="T76" fmla="*/ 39 w 880"/>
                <a:gd name="T77" fmla="*/ 580 h 580"/>
                <a:gd name="T78" fmla="*/ 878 w 880"/>
                <a:gd name="T79" fmla="*/ 555 h 580"/>
                <a:gd name="T80" fmla="*/ 871 w 880"/>
                <a:gd name="T81" fmla="*/ 196 h 5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80" h="580">
                  <a:moveTo>
                    <a:pt x="867" y="0"/>
                  </a:moveTo>
                  <a:cubicBezTo>
                    <a:pt x="864" y="0"/>
                    <a:pt x="863" y="1"/>
                    <a:pt x="861" y="1"/>
                  </a:cubicBezTo>
                  <a:cubicBezTo>
                    <a:pt x="697" y="71"/>
                    <a:pt x="697" y="71"/>
                    <a:pt x="697" y="71"/>
                  </a:cubicBezTo>
                  <a:cubicBezTo>
                    <a:pt x="689" y="74"/>
                    <a:pt x="689" y="74"/>
                    <a:pt x="689" y="74"/>
                  </a:cubicBezTo>
                  <a:cubicBezTo>
                    <a:pt x="684" y="76"/>
                    <a:pt x="683" y="83"/>
                    <a:pt x="687" y="87"/>
                  </a:cubicBezTo>
                  <a:cubicBezTo>
                    <a:pt x="724" y="114"/>
                    <a:pt x="724" y="114"/>
                    <a:pt x="724" y="114"/>
                  </a:cubicBezTo>
                  <a:cubicBezTo>
                    <a:pt x="727" y="117"/>
                    <a:pt x="728" y="122"/>
                    <a:pt x="725" y="125"/>
                  </a:cubicBezTo>
                  <a:cubicBezTo>
                    <a:pt x="628" y="239"/>
                    <a:pt x="628" y="239"/>
                    <a:pt x="628" y="239"/>
                  </a:cubicBezTo>
                  <a:cubicBezTo>
                    <a:pt x="627" y="241"/>
                    <a:pt x="624" y="242"/>
                    <a:pt x="621" y="242"/>
                  </a:cubicBezTo>
                  <a:cubicBezTo>
                    <a:pt x="620" y="242"/>
                    <a:pt x="619" y="241"/>
                    <a:pt x="617" y="241"/>
                  </a:cubicBezTo>
                  <a:cubicBezTo>
                    <a:pt x="617" y="240"/>
                    <a:pt x="617" y="240"/>
                    <a:pt x="617" y="240"/>
                  </a:cubicBezTo>
                  <a:cubicBezTo>
                    <a:pt x="598" y="229"/>
                    <a:pt x="598" y="229"/>
                    <a:pt x="598" y="229"/>
                  </a:cubicBezTo>
                  <a:cubicBezTo>
                    <a:pt x="486" y="162"/>
                    <a:pt x="486" y="162"/>
                    <a:pt x="486" y="162"/>
                  </a:cubicBezTo>
                  <a:cubicBezTo>
                    <a:pt x="485" y="162"/>
                    <a:pt x="484" y="161"/>
                    <a:pt x="482" y="161"/>
                  </a:cubicBezTo>
                  <a:cubicBezTo>
                    <a:pt x="479" y="161"/>
                    <a:pt x="477" y="162"/>
                    <a:pt x="476" y="164"/>
                  </a:cubicBezTo>
                  <a:cubicBezTo>
                    <a:pt x="468" y="174"/>
                    <a:pt x="468" y="174"/>
                    <a:pt x="468" y="174"/>
                  </a:cubicBezTo>
                  <a:cubicBezTo>
                    <a:pt x="449" y="197"/>
                    <a:pt x="449" y="197"/>
                    <a:pt x="449" y="197"/>
                  </a:cubicBezTo>
                  <a:cubicBezTo>
                    <a:pt x="317" y="352"/>
                    <a:pt x="317" y="352"/>
                    <a:pt x="317" y="352"/>
                  </a:cubicBezTo>
                  <a:cubicBezTo>
                    <a:pt x="294" y="380"/>
                    <a:pt x="294" y="380"/>
                    <a:pt x="294" y="380"/>
                  </a:cubicBezTo>
                  <a:cubicBezTo>
                    <a:pt x="293" y="382"/>
                    <a:pt x="290" y="383"/>
                    <a:pt x="288" y="383"/>
                  </a:cubicBezTo>
                  <a:cubicBezTo>
                    <a:pt x="287" y="383"/>
                    <a:pt x="286" y="383"/>
                    <a:pt x="285" y="382"/>
                  </a:cubicBezTo>
                  <a:cubicBezTo>
                    <a:pt x="171" y="341"/>
                    <a:pt x="171" y="341"/>
                    <a:pt x="171" y="341"/>
                  </a:cubicBezTo>
                  <a:cubicBezTo>
                    <a:pt x="170" y="341"/>
                    <a:pt x="169" y="341"/>
                    <a:pt x="168" y="341"/>
                  </a:cubicBezTo>
                  <a:cubicBezTo>
                    <a:pt x="166" y="341"/>
                    <a:pt x="163" y="342"/>
                    <a:pt x="161" y="344"/>
                  </a:cubicBezTo>
                  <a:cubicBezTo>
                    <a:pt x="144" y="366"/>
                    <a:pt x="144" y="366"/>
                    <a:pt x="144" y="366"/>
                  </a:cubicBezTo>
                  <a:cubicBezTo>
                    <a:pt x="15" y="538"/>
                    <a:pt x="15" y="538"/>
                    <a:pt x="15" y="538"/>
                  </a:cubicBezTo>
                  <a:cubicBezTo>
                    <a:pt x="0" y="558"/>
                    <a:pt x="0" y="558"/>
                    <a:pt x="0" y="558"/>
                  </a:cubicBezTo>
                  <a:cubicBezTo>
                    <a:pt x="15" y="540"/>
                    <a:pt x="15" y="540"/>
                    <a:pt x="15" y="540"/>
                  </a:cubicBezTo>
                  <a:cubicBezTo>
                    <a:pt x="144" y="395"/>
                    <a:pt x="144" y="395"/>
                    <a:pt x="144" y="395"/>
                  </a:cubicBezTo>
                  <a:cubicBezTo>
                    <a:pt x="165" y="372"/>
                    <a:pt x="165" y="372"/>
                    <a:pt x="165" y="372"/>
                  </a:cubicBezTo>
                  <a:cubicBezTo>
                    <a:pt x="169" y="366"/>
                    <a:pt x="169" y="366"/>
                    <a:pt x="169" y="366"/>
                  </a:cubicBezTo>
                  <a:cubicBezTo>
                    <a:pt x="171" y="364"/>
                    <a:pt x="174" y="363"/>
                    <a:pt x="176" y="363"/>
                  </a:cubicBezTo>
                  <a:cubicBezTo>
                    <a:pt x="177" y="363"/>
                    <a:pt x="178" y="363"/>
                    <a:pt x="179" y="364"/>
                  </a:cubicBezTo>
                  <a:cubicBezTo>
                    <a:pt x="288" y="415"/>
                    <a:pt x="288" y="415"/>
                    <a:pt x="288" y="415"/>
                  </a:cubicBezTo>
                  <a:cubicBezTo>
                    <a:pt x="289" y="415"/>
                    <a:pt x="292" y="416"/>
                    <a:pt x="293" y="416"/>
                  </a:cubicBezTo>
                  <a:cubicBezTo>
                    <a:pt x="297" y="416"/>
                    <a:pt x="300" y="415"/>
                    <a:pt x="302" y="412"/>
                  </a:cubicBezTo>
                  <a:cubicBezTo>
                    <a:pt x="317" y="396"/>
                    <a:pt x="317" y="396"/>
                    <a:pt x="317" y="396"/>
                  </a:cubicBezTo>
                  <a:cubicBezTo>
                    <a:pt x="449" y="259"/>
                    <a:pt x="449" y="259"/>
                    <a:pt x="449" y="259"/>
                  </a:cubicBezTo>
                  <a:cubicBezTo>
                    <a:pt x="468" y="238"/>
                    <a:pt x="468" y="238"/>
                    <a:pt x="468" y="238"/>
                  </a:cubicBezTo>
                  <a:cubicBezTo>
                    <a:pt x="484" y="221"/>
                    <a:pt x="484" y="221"/>
                    <a:pt x="484" y="221"/>
                  </a:cubicBezTo>
                  <a:cubicBezTo>
                    <a:pt x="486" y="220"/>
                    <a:pt x="488" y="219"/>
                    <a:pt x="490" y="219"/>
                  </a:cubicBezTo>
                  <a:cubicBezTo>
                    <a:pt x="492" y="219"/>
                    <a:pt x="493" y="219"/>
                    <a:pt x="495" y="220"/>
                  </a:cubicBezTo>
                  <a:cubicBezTo>
                    <a:pt x="597" y="290"/>
                    <a:pt x="597" y="290"/>
                    <a:pt x="597" y="290"/>
                  </a:cubicBezTo>
                  <a:cubicBezTo>
                    <a:pt x="598" y="290"/>
                    <a:pt x="598" y="290"/>
                    <a:pt x="598" y="290"/>
                  </a:cubicBezTo>
                  <a:cubicBezTo>
                    <a:pt x="617" y="301"/>
                    <a:pt x="617" y="301"/>
                    <a:pt x="617" y="301"/>
                  </a:cubicBezTo>
                  <a:cubicBezTo>
                    <a:pt x="627" y="308"/>
                    <a:pt x="627" y="308"/>
                    <a:pt x="627" y="308"/>
                  </a:cubicBezTo>
                  <a:cubicBezTo>
                    <a:pt x="629" y="309"/>
                    <a:pt x="630" y="309"/>
                    <a:pt x="632" y="309"/>
                  </a:cubicBezTo>
                  <a:cubicBezTo>
                    <a:pt x="634" y="309"/>
                    <a:pt x="636" y="309"/>
                    <a:pt x="638" y="307"/>
                  </a:cubicBezTo>
                  <a:cubicBezTo>
                    <a:pt x="746" y="182"/>
                    <a:pt x="746" y="182"/>
                    <a:pt x="746" y="182"/>
                  </a:cubicBezTo>
                  <a:cubicBezTo>
                    <a:pt x="768" y="159"/>
                    <a:pt x="768" y="159"/>
                    <a:pt x="768" y="159"/>
                  </a:cubicBezTo>
                  <a:cubicBezTo>
                    <a:pt x="769" y="157"/>
                    <a:pt x="772" y="156"/>
                    <a:pt x="774" y="156"/>
                  </a:cubicBezTo>
                  <a:cubicBezTo>
                    <a:pt x="776" y="156"/>
                    <a:pt x="778" y="157"/>
                    <a:pt x="779" y="158"/>
                  </a:cubicBezTo>
                  <a:cubicBezTo>
                    <a:pt x="816" y="188"/>
                    <a:pt x="816" y="188"/>
                    <a:pt x="816" y="188"/>
                  </a:cubicBezTo>
                  <a:cubicBezTo>
                    <a:pt x="818" y="189"/>
                    <a:pt x="820" y="190"/>
                    <a:pt x="821" y="190"/>
                  </a:cubicBezTo>
                  <a:cubicBezTo>
                    <a:pt x="825" y="190"/>
                    <a:pt x="828" y="188"/>
                    <a:pt x="829" y="184"/>
                  </a:cubicBezTo>
                  <a:cubicBezTo>
                    <a:pt x="878" y="15"/>
                    <a:pt x="878" y="15"/>
                    <a:pt x="878" y="15"/>
                  </a:cubicBezTo>
                  <a:cubicBezTo>
                    <a:pt x="880" y="8"/>
                    <a:pt x="874" y="0"/>
                    <a:pt x="867" y="0"/>
                  </a:cubicBezTo>
                  <a:close/>
                  <a:moveTo>
                    <a:pt x="821" y="234"/>
                  </a:moveTo>
                  <a:cubicBezTo>
                    <a:pt x="809" y="234"/>
                    <a:pt x="797" y="229"/>
                    <a:pt x="787" y="221"/>
                  </a:cubicBezTo>
                  <a:cubicBezTo>
                    <a:pt x="778" y="213"/>
                    <a:pt x="778" y="213"/>
                    <a:pt x="778" y="213"/>
                  </a:cubicBezTo>
                  <a:cubicBezTo>
                    <a:pt x="672" y="335"/>
                    <a:pt x="672" y="335"/>
                    <a:pt x="672" y="335"/>
                  </a:cubicBezTo>
                  <a:cubicBezTo>
                    <a:pt x="665" y="343"/>
                    <a:pt x="653" y="353"/>
                    <a:pt x="632" y="353"/>
                  </a:cubicBezTo>
                  <a:cubicBezTo>
                    <a:pt x="621" y="353"/>
                    <a:pt x="611" y="350"/>
                    <a:pt x="603" y="345"/>
                  </a:cubicBezTo>
                  <a:cubicBezTo>
                    <a:pt x="603" y="345"/>
                    <a:pt x="593" y="338"/>
                    <a:pt x="593" y="338"/>
                  </a:cubicBezTo>
                  <a:cubicBezTo>
                    <a:pt x="579" y="330"/>
                    <a:pt x="579" y="330"/>
                    <a:pt x="579" y="330"/>
                  </a:cubicBezTo>
                  <a:cubicBezTo>
                    <a:pt x="577" y="329"/>
                    <a:pt x="575" y="327"/>
                    <a:pt x="573" y="326"/>
                  </a:cubicBezTo>
                  <a:cubicBezTo>
                    <a:pt x="495" y="274"/>
                    <a:pt x="495" y="274"/>
                    <a:pt x="495" y="274"/>
                  </a:cubicBezTo>
                  <a:cubicBezTo>
                    <a:pt x="481" y="289"/>
                    <a:pt x="481" y="289"/>
                    <a:pt x="481" y="289"/>
                  </a:cubicBezTo>
                  <a:cubicBezTo>
                    <a:pt x="481" y="289"/>
                    <a:pt x="481" y="290"/>
                    <a:pt x="480" y="290"/>
                  </a:cubicBezTo>
                  <a:cubicBezTo>
                    <a:pt x="349" y="426"/>
                    <a:pt x="349" y="426"/>
                    <a:pt x="349" y="426"/>
                  </a:cubicBezTo>
                  <a:cubicBezTo>
                    <a:pt x="335" y="441"/>
                    <a:pt x="335" y="441"/>
                    <a:pt x="335" y="441"/>
                  </a:cubicBezTo>
                  <a:cubicBezTo>
                    <a:pt x="325" y="453"/>
                    <a:pt x="310" y="460"/>
                    <a:pt x="293" y="460"/>
                  </a:cubicBezTo>
                  <a:cubicBezTo>
                    <a:pt x="287" y="460"/>
                    <a:pt x="281" y="459"/>
                    <a:pt x="274" y="456"/>
                  </a:cubicBezTo>
                  <a:cubicBezTo>
                    <a:pt x="272" y="456"/>
                    <a:pt x="271" y="455"/>
                    <a:pt x="269" y="455"/>
                  </a:cubicBezTo>
                  <a:cubicBezTo>
                    <a:pt x="185" y="415"/>
                    <a:pt x="185" y="415"/>
                    <a:pt x="185" y="415"/>
                  </a:cubicBezTo>
                  <a:cubicBezTo>
                    <a:pt x="177" y="424"/>
                    <a:pt x="177" y="424"/>
                    <a:pt x="177" y="424"/>
                  </a:cubicBezTo>
                  <a:cubicBezTo>
                    <a:pt x="48" y="569"/>
                    <a:pt x="48" y="569"/>
                    <a:pt x="48" y="569"/>
                  </a:cubicBezTo>
                  <a:cubicBezTo>
                    <a:pt x="39" y="580"/>
                    <a:pt x="39" y="580"/>
                    <a:pt x="39" y="580"/>
                  </a:cubicBezTo>
                  <a:cubicBezTo>
                    <a:pt x="853" y="580"/>
                    <a:pt x="853" y="580"/>
                    <a:pt x="853" y="580"/>
                  </a:cubicBezTo>
                  <a:cubicBezTo>
                    <a:pt x="867" y="580"/>
                    <a:pt x="878" y="569"/>
                    <a:pt x="878" y="555"/>
                  </a:cubicBezTo>
                  <a:cubicBezTo>
                    <a:pt x="878" y="174"/>
                    <a:pt x="878" y="174"/>
                    <a:pt x="878" y="174"/>
                  </a:cubicBezTo>
                  <a:cubicBezTo>
                    <a:pt x="871" y="196"/>
                    <a:pt x="871" y="196"/>
                    <a:pt x="871" y="196"/>
                  </a:cubicBezTo>
                  <a:cubicBezTo>
                    <a:pt x="865" y="219"/>
                    <a:pt x="845" y="234"/>
                    <a:pt x="821" y="234"/>
                  </a:cubicBezTo>
                  <a:close/>
                </a:path>
              </a:pathLst>
            </a:custGeom>
            <a:solidFill>
              <a:srgbClr val="00B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22" name="bcgBugs_Go to market ">
            <a:extLst>
              <a:ext uri="{FF2B5EF4-FFF2-40B4-BE49-F238E27FC236}">
                <a16:creationId xmlns:a16="http://schemas.microsoft.com/office/drawing/2014/main" id="{C8CD3F29-6DE4-C2EC-F985-20F4095FD773}"/>
              </a:ext>
            </a:extLst>
          </p:cNvPr>
          <p:cNvGrpSpPr>
            <a:grpSpLocks noChangeAspect="1"/>
          </p:cNvGrpSpPr>
          <p:nvPr/>
        </p:nvGrpSpPr>
        <p:grpSpPr bwMode="auto">
          <a:xfrm>
            <a:off x="630000" y="2391925"/>
            <a:ext cx="773709" cy="773709"/>
            <a:chOff x="2652" y="972"/>
            <a:chExt cx="2376" cy="2376"/>
          </a:xfrm>
        </p:grpSpPr>
        <p:sp>
          <p:nvSpPr>
            <p:cNvPr id="23" name="AutoShape 20">
              <a:extLst>
                <a:ext uri="{FF2B5EF4-FFF2-40B4-BE49-F238E27FC236}">
                  <a16:creationId xmlns:a16="http://schemas.microsoft.com/office/drawing/2014/main" id="{F421A9E6-9B85-E256-8962-A0602DD64288}"/>
                </a:ext>
              </a:extLst>
            </p:cNvPr>
            <p:cNvSpPr>
              <a:spLocks noChangeAspect="1" noChangeArrowheads="1" noTextEdit="1"/>
            </p:cNvSpPr>
            <p:nvPr/>
          </p:nvSpPr>
          <p:spPr bwMode="auto">
            <a:xfrm>
              <a:off x="2652" y="972"/>
              <a:ext cx="2376" cy="2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4" name="Freeform 22">
              <a:extLst>
                <a:ext uri="{FF2B5EF4-FFF2-40B4-BE49-F238E27FC236}">
                  <a16:creationId xmlns:a16="http://schemas.microsoft.com/office/drawing/2014/main" id="{3E2BA39A-F261-4D7C-0C4C-7B30486132AA}"/>
                </a:ext>
              </a:extLst>
            </p:cNvPr>
            <p:cNvSpPr>
              <a:spLocks noEditPoints="1"/>
            </p:cNvSpPr>
            <p:nvPr/>
          </p:nvSpPr>
          <p:spPr bwMode="auto">
            <a:xfrm>
              <a:off x="3011" y="1119"/>
              <a:ext cx="1660" cy="2084"/>
            </a:xfrm>
            <a:custGeom>
              <a:avLst/>
              <a:gdLst>
                <a:gd name="T0" fmla="*/ 590 w 698"/>
                <a:gd name="T1" fmla="*/ 876 h 876"/>
                <a:gd name="T2" fmla="*/ 627 w 698"/>
                <a:gd name="T3" fmla="*/ 796 h 876"/>
                <a:gd name="T4" fmla="*/ 575 w 698"/>
                <a:gd name="T5" fmla="*/ 840 h 876"/>
                <a:gd name="T6" fmla="*/ 572 w 698"/>
                <a:gd name="T7" fmla="*/ 815 h 876"/>
                <a:gd name="T8" fmla="*/ 542 w 698"/>
                <a:gd name="T9" fmla="*/ 798 h 876"/>
                <a:gd name="T10" fmla="*/ 536 w 698"/>
                <a:gd name="T11" fmla="*/ 763 h 876"/>
                <a:gd name="T12" fmla="*/ 543 w 698"/>
                <a:gd name="T13" fmla="*/ 746 h 876"/>
                <a:gd name="T14" fmla="*/ 546 w 698"/>
                <a:gd name="T15" fmla="*/ 723 h 876"/>
                <a:gd name="T16" fmla="*/ 593 w 698"/>
                <a:gd name="T17" fmla="*/ 697 h 876"/>
                <a:gd name="T18" fmla="*/ 108 w 698"/>
                <a:gd name="T19" fmla="*/ 627 h 876"/>
                <a:gd name="T20" fmla="*/ 217 w 698"/>
                <a:gd name="T21" fmla="*/ 735 h 876"/>
                <a:gd name="T22" fmla="*/ 157 w 698"/>
                <a:gd name="T23" fmla="*/ 748 h 876"/>
                <a:gd name="T24" fmla="*/ 137 w 698"/>
                <a:gd name="T25" fmla="*/ 779 h 876"/>
                <a:gd name="T26" fmla="*/ 124 w 698"/>
                <a:gd name="T27" fmla="*/ 805 h 876"/>
                <a:gd name="T28" fmla="*/ 84 w 698"/>
                <a:gd name="T29" fmla="*/ 794 h 876"/>
                <a:gd name="T30" fmla="*/ 109 w 698"/>
                <a:gd name="T31" fmla="*/ 665 h 876"/>
                <a:gd name="T32" fmla="*/ 158 w 698"/>
                <a:gd name="T33" fmla="*/ 707 h 876"/>
                <a:gd name="T34" fmla="*/ 170 w 698"/>
                <a:gd name="T35" fmla="*/ 742 h 876"/>
                <a:gd name="T36" fmla="*/ 373 w 698"/>
                <a:gd name="T37" fmla="*/ 650 h 876"/>
                <a:gd name="T38" fmla="*/ 433 w 698"/>
                <a:gd name="T39" fmla="*/ 548 h 876"/>
                <a:gd name="T40" fmla="*/ 421 w 698"/>
                <a:gd name="T41" fmla="*/ 573 h 876"/>
                <a:gd name="T42" fmla="*/ 391 w 698"/>
                <a:gd name="T43" fmla="*/ 611 h 876"/>
                <a:gd name="T44" fmla="*/ 336 w 698"/>
                <a:gd name="T45" fmla="*/ 602 h 876"/>
                <a:gd name="T46" fmla="*/ 370 w 698"/>
                <a:gd name="T47" fmla="*/ 470 h 876"/>
                <a:gd name="T48" fmla="*/ 417 w 698"/>
                <a:gd name="T49" fmla="*/ 497 h 876"/>
                <a:gd name="T50" fmla="*/ 419 w 698"/>
                <a:gd name="T51" fmla="*/ 520 h 876"/>
                <a:gd name="T52" fmla="*/ 427 w 698"/>
                <a:gd name="T53" fmla="*/ 537 h 876"/>
                <a:gd name="T54" fmla="*/ 570 w 698"/>
                <a:gd name="T55" fmla="*/ 287 h 876"/>
                <a:gd name="T56" fmla="*/ 550 w 698"/>
                <a:gd name="T57" fmla="*/ 544 h 876"/>
                <a:gd name="T58" fmla="*/ 534 w 698"/>
                <a:gd name="T59" fmla="*/ 579 h 876"/>
                <a:gd name="T60" fmla="*/ 591 w 698"/>
                <a:gd name="T61" fmla="*/ 627 h 876"/>
                <a:gd name="T62" fmla="*/ 647 w 698"/>
                <a:gd name="T63" fmla="*/ 581 h 876"/>
                <a:gd name="T64" fmla="*/ 647 w 698"/>
                <a:gd name="T65" fmla="*/ 551 h 876"/>
                <a:gd name="T66" fmla="*/ 612 w 698"/>
                <a:gd name="T67" fmla="*/ 557 h 876"/>
                <a:gd name="T68" fmla="*/ 606 w 698"/>
                <a:gd name="T69" fmla="*/ 264 h 876"/>
                <a:gd name="T70" fmla="*/ 475 w 698"/>
                <a:gd name="T71" fmla="*/ 0 h 876"/>
                <a:gd name="T72" fmla="*/ 460 w 698"/>
                <a:gd name="T73" fmla="*/ 176 h 876"/>
                <a:gd name="T74" fmla="*/ 107 w 698"/>
                <a:gd name="T75" fmla="*/ 596 h 876"/>
                <a:gd name="T76" fmla="*/ 169 w 698"/>
                <a:gd name="T77" fmla="*/ 536 h 876"/>
                <a:gd name="T78" fmla="*/ 133 w 698"/>
                <a:gd name="T79" fmla="*/ 520 h 876"/>
                <a:gd name="T80" fmla="*/ 289 w 698"/>
                <a:gd name="T81" fmla="*/ 220 h 876"/>
                <a:gd name="T82" fmla="*/ 274 w 698"/>
                <a:gd name="T83" fmla="*/ 0 h 876"/>
                <a:gd name="T84" fmla="*/ 92 w 698"/>
                <a:gd name="T85" fmla="*/ 357 h 876"/>
                <a:gd name="T86" fmla="*/ 81 w 698"/>
                <a:gd name="T87" fmla="*/ 519 h 876"/>
                <a:gd name="T88" fmla="*/ 51 w 698"/>
                <a:gd name="T89" fmla="*/ 519 h 876"/>
                <a:gd name="T90" fmla="*/ 91 w 698"/>
                <a:gd name="T91" fmla="*/ 590 h 876"/>
                <a:gd name="T92" fmla="*/ 373 w 698"/>
                <a:gd name="T93" fmla="*/ 393 h 876"/>
                <a:gd name="T94" fmla="*/ 429 w 698"/>
                <a:gd name="T95" fmla="*/ 347 h 876"/>
                <a:gd name="T96" fmla="*/ 415 w 698"/>
                <a:gd name="T97" fmla="*/ 311 h 876"/>
                <a:gd name="T98" fmla="*/ 395 w 698"/>
                <a:gd name="T99" fmla="*/ 322 h 876"/>
                <a:gd name="T100" fmla="*/ 353 w 698"/>
                <a:gd name="T101" fmla="*/ 21 h 876"/>
                <a:gd name="T102" fmla="*/ 332 w 698"/>
                <a:gd name="T103" fmla="*/ 310 h 876"/>
                <a:gd name="T104" fmla="*/ 317 w 698"/>
                <a:gd name="T105" fmla="*/ 345 h 8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698" h="876">
                  <a:moveTo>
                    <a:pt x="590" y="660"/>
                  </a:moveTo>
                  <a:cubicBezTo>
                    <a:pt x="530" y="660"/>
                    <a:pt x="481" y="709"/>
                    <a:pt x="481" y="768"/>
                  </a:cubicBezTo>
                  <a:cubicBezTo>
                    <a:pt x="481" y="828"/>
                    <a:pt x="530" y="876"/>
                    <a:pt x="590" y="876"/>
                  </a:cubicBezTo>
                  <a:cubicBezTo>
                    <a:pt x="650" y="876"/>
                    <a:pt x="698" y="828"/>
                    <a:pt x="698" y="768"/>
                  </a:cubicBezTo>
                  <a:cubicBezTo>
                    <a:pt x="698" y="709"/>
                    <a:pt x="650" y="660"/>
                    <a:pt x="590" y="660"/>
                  </a:cubicBezTo>
                  <a:close/>
                  <a:moveTo>
                    <a:pt x="627" y="796"/>
                  </a:moveTo>
                  <a:cubicBezTo>
                    <a:pt x="627" y="828"/>
                    <a:pt x="627" y="828"/>
                    <a:pt x="627" y="828"/>
                  </a:cubicBezTo>
                  <a:cubicBezTo>
                    <a:pt x="627" y="829"/>
                    <a:pt x="626" y="831"/>
                    <a:pt x="625" y="831"/>
                  </a:cubicBezTo>
                  <a:cubicBezTo>
                    <a:pt x="604" y="840"/>
                    <a:pt x="577" y="840"/>
                    <a:pt x="575" y="840"/>
                  </a:cubicBezTo>
                  <a:cubicBezTo>
                    <a:pt x="575" y="840"/>
                    <a:pt x="575" y="840"/>
                    <a:pt x="575" y="840"/>
                  </a:cubicBezTo>
                  <a:cubicBezTo>
                    <a:pt x="573" y="840"/>
                    <a:pt x="572" y="838"/>
                    <a:pt x="572" y="837"/>
                  </a:cubicBezTo>
                  <a:cubicBezTo>
                    <a:pt x="572" y="815"/>
                    <a:pt x="572" y="815"/>
                    <a:pt x="572" y="815"/>
                  </a:cubicBezTo>
                  <a:cubicBezTo>
                    <a:pt x="559" y="816"/>
                    <a:pt x="549" y="815"/>
                    <a:pt x="546" y="813"/>
                  </a:cubicBezTo>
                  <a:cubicBezTo>
                    <a:pt x="543" y="812"/>
                    <a:pt x="543" y="807"/>
                    <a:pt x="542" y="799"/>
                  </a:cubicBezTo>
                  <a:cubicBezTo>
                    <a:pt x="542" y="798"/>
                    <a:pt x="542" y="798"/>
                    <a:pt x="542" y="798"/>
                  </a:cubicBezTo>
                  <a:cubicBezTo>
                    <a:pt x="542" y="793"/>
                    <a:pt x="542" y="785"/>
                    <a:pt x="543" y="781"/>
                  </a:cubicBezTo>
                  <a:cubicBezTo>
                    <a:pt x="533" y="781"/>
                    <a:pt x="530" y="776"/>
                    <a:pt x="530" y="774"/>
                  </a:cubicBezTo>
                  <a:cubicBezTo>
                    <a:pt x="529" y="770"/>
                    <a:pt x="532" y="767"/>
                    <a:pt x="536" y="763"/>
                  </a:cubicBezTo>
                  <a:cubicBezTo>
                    <a:pt x="536" y="762"/>
                    <a:pt x="537" y="762"/>
                    <a:pt x="537" y="762"/>
                  </a:cubicBezTo>
                  <a:cubicBezTo>
                    <a:pt x="538" y="760"/>
                    <a:pt x="540" y="756"/>
                    <a:pt x="542" y="751"/>
                  </a:cubicBezTo>
                  <a:cubicBezTo>
                    <a:pt x="543" y="750"/>
                    <a:pt x="543" y="748"/>
                    <a:pt x="543" y="746"/>
                  </a:cubicBezTo>
                  <a:cubicBezTo>
                    <a:pt x="544" y="743"/>
                    <a:pt x="545" y="740"/>
                    <a:pt x="546" y="738"/>
                  </a:cubicBezTo>
                  <a:cubicBezTo>
                    <a:pt x="546" y="735"/>
                    <a:pt x="547" y="727"/>
                    <a:pt x="547" y="723"/>
                  </a:cubicBezTo>
                  <a:cubicBezTo>
                    <a:pt x="547" y="723"/>
                    <a:pt x="546" y="723"/>
                    <a:pt x="546" y="723"/>
                  </a:cubicBezTo>
                  <a:cubicBezTo>
                    <a:pt x="546" y="723"/>
                    <a:pt x="546" y="723"/>
                    <a:pt x="546" y="723"/>
                  </a:cubicBezTo>
                  <a:cubicBezTo>
                    <a:pt x="544" y="716"/>
                    <a:pt x="533" y="704"/>
                    <a:pt x="537" y="704"/>
                  </a:cubicBezTo>
                  <a:cubicBezTo>
                    <a:pt x="569" y="705"/>
                    <a:pt x="558" y="697"/>
                    <a:pt x="593" y="697"/>
                  </a:cubicBezTo>
                  <a:cubicBezTo>
                    <a:pt x="623" y="697"/>
                    <a:pt x="639" y="714"/>
                    <a:pt x="646" y="730"/>
                  </a:cubicBezTo>
                  <a:cubicBezTo>
                    <a:pt x="659" y="758"/>
                    <a:pt x="638" y="785"/>
                    <a:pt x="627" y="796"/>
                  </a:cubicBezTo>
                  <a:close/>
                  <a:moveTo>
                    <a:pt x="108" y="627"/>
                  </a:moveTo>
                  <a:cubicBezTo>
                    <a:pt x="48" y="627"/>
                    <a:pt x="0" y="675"/>
                    <a:pt x="0" y="735"/>
                  </a:cubicBezTo>
                  <a:cubicBezTo>
                    <a:pt x="0" y="795"/>
                    <a:pt x="48" y="843"/>
                    <a:pt x="108" y="843"/>
                  </a:cubicBezTo>
                  <a:cubicBezTo>
                    <a:pt x="168" y="843"/>
                    <a:pt x="217" y="795"/>
                    <a:pt x="217" y="735"/>
                  </a:cubicBezTo>
                  <a:cubicBezTo>
                    <a:pt x="217" y="675"/>
                    <a:pt x="168" y="627"/>
                    <a:pt x="108" y="627"/>
                  </a:cubicBezTo>
                  <a:close/>
                  <a:moveTo>
                    <a:pt x="170" y="742"/>
                  </a:moveTo>
                  <a:cubicBezTo>
                    <a:pt x="169" y="744"/>
                    <a:pt x="165" y="748"/>
                    <a:pt x="157" y="748"/>
                  </a:cubicBezTo>
                  <a:cubicBezTo>
                    <a:pt x="157" y="750"/>
                    <a:pt x="157" y="754"/>
                    <a:pt x="157" y="757"/>
                  </a:cubicBezTo>
                  <a:cubicBezTo>
                    <a:pt x="157" y="770"/>
                    <a:pt x="155" y="774"/>
                    <a:pt x="154" y="775"/>
                  </a:cubicBezTo>
                  <a:cubicBezTo>
                    <a:pt x="152" y="777"/>
                    <a:pt x="149" y="779"/>
                    <a:pt x="137" y="779"/>
                  </a:cubicBezTo>
                  <a:cubicBezTo>
                    <a:pt x="134" y="779"/>
                    <a:pt x="130" y="779"/>
                    <a:pt x="127" y="778"/>
                  </a:cubicBezTo>
                  <a:cubicBezTo>
                    <a:pt x="127" y="802"/>
                    <a:pt x="127" y="802"/>
                    <a:pt x="127" y="802"/>
                  </a:cubicBezTo>
                  <a:cubicBezTo>
                    <a:pt x="127" y="804"/>
                    <a:pt x="126" y="805"/>
                    <a:pt x="124" y="805"/>
                  </a:cubicBezTo>
                  <a:cubicBezTo>
                    <a:pt x="124" y="805"/>
                    <a:pt x="123" y="805"/>
                    <a:pt x="121" y="805"/>
                  </a:cubicBezTo>
                  <a:cubicBezTo>
                    <a:pt x="114" y="805"/>
                    <a:pt x="98" y="804"/>
                    <a:pt x="86" y="797"/>
                  </a:cubicBezTo>
                  <a:cubicBezTo>
                    <a:pt x="85" y="796"/>
                    <a:pt x="84" y="795"/>
                    <a:pt x="84" y="794"/>
                  </a:cubicBezTo>
                  <a:cubicBezTo>
                    <a:pt x="83" y="779"/>
                    <a:pt x="83" y="779"/>
                    <a:pt x="83" y="779"/>
                  </a:cubicBezTo>
                  <a:cubicBezTo>
                    <a:pt x="63" y="770"/>
                    <a:pt x="30" y="747"/>
                    <a:pt x="55" y="696"/>
                  </a:cubicBezTo>
                  <a:cubicBezTo>
                    <a:pt x="62" y="681"/>
                    <a:pt x="80" y="665"/>
                    <a:pt x="109" y="665"/>
                  </a:cubicBezTo>
                  <a:cubicBezTo>
                    <a:pt x="143" y="665"/>
                    <a:pt x="157" y="680"/>
                    <a:pt x="155" y="687"/>
                  </a:cubicBezTo>
                  <a:cubicBezTo>
                    <a:pt x="155" y="688"/>
                    <a:pt x="154" y="689"/>
                    <a:pt x="153" y="691"/>
                  </a:cubicBezTo>
                  <a:cubicBezTo>
                    <a:pt x="155" y="693"/>
                    <a:pt x="158" y="698"/>
                    <a:pt x="158" y="707"/>
                  </a:cubicBezTo>
                  <a:cubicBezTo>
                    <a:pt x="158" y="711"/>
                    <a:pt x="158" y="719"/>
                    <a:pt x="158" y="720"/>
                  </a:cubicBezTo>
                  <a:cubicBezTo>
                    <a:pt x="160" y="723"/>
                    <a:pt x="162" y="727"/>
                    <a:pt x="165" y="730"/>
                  </a:cubicBezTo>
                  <a:cubicBezTo>
                    <a:pt x="167" y="732"/>
                    <a:pt x="171" y="738"/>
                    <a:pt x="170" y="742"/>
                  </a:cubicBezTo>
                  <a:close/>
                  <a:moveTo>
                    <a:pt x="373" y="434"/>
                  </a:moveTo>
                  <a:cubicBezTo>
                    <a:pt x="313" y="434"/>
                    <a:pt x="264" y="482"/>
                    <a:pt x="264" y="542"/>
                  </a:cubicBezTo>
                  <a:cubicBezTo>
                    <a:pt x="264" y="602"/>
                    <a:pt x="313" y="650"/>
                    <a:pt x="373" y="650"/>
                  </a:cubicBezTo>
                  <a:cubicBezTo>
                    <a:pt x="433" y="650"/>
                    <a:pt x="481" y="602"/>
                    <a:pt x="481" y="542"/>
                  </a:cubicBezTo>
                  <a:cubicBezTo>
                    <a:pt x="481" y="482"/>
                    <a:pt x="433" y="434"/>
                    <a:pt x="373" y="434"/>
                  </a:cubicBezTo>
                  <a:close/>
                  <a:moveTo>
                    <a:pt x="433" y="548"/>
                  </a:moveTo>
                  <a:cubicBezTo>
                    <a:pt x="432" y="550"/>
                    <a:pt x="430" y="555"/>
                    <a:pt x="420" y="555"/>
                  </a:cubicBezTo>
                  <a:cubicBezTo>
                    <a:pt x="421" y="560"/>
                    <a:pt x="421" y="567"/>
                    <a:pt x="421" y="572"/>
                  </a:cubicBezTo>
                  <a:cubicBezTo>
                    <a:pt x="421" y="573"/>
                    <a:pt x="421" y="573"/>
                    <a:pt x="421" y="573"/>
                  </a:cubicBezTo>
                  <a:cubicBezTo>
                    <a:pt x="420" y="581"/>
                    <a:pt x="420" y="586"/>
                    <a:pt x="416" y="587"/>
                  </a:cubicBezTo>
                  <a:cubicBezTo>
                    <a:pt x="414" y="589"/>
                    <a:pt x="404" y="590"/>
                    <a:pt x="391" y="589"/>
                  </a:cubicBezTo>
                  <a:cubicBezTo>
                    <a:pt x="391" y="611"/>
                    <a:pt x="391" y="611"/>
                    <a:pt x="391" y="611"/>
                  </a:cubicBezTo>
                  <a:cubicBezTo>
                    <a:pt x="391" y="612"/>
                    <a:pt x="390" y="614"/>
                    <a:pt x="388" y="614"/>
                  </a:cubicBezTo>
                  <a:cubicBezTo>
                    <a:pt x="385" y="614"/>
                    <a:pt x="359" y="613"/>
                    <a:pt x="338" y="605"/>
                  </a:cubicBezTo>
                  <a:cubicBezTo>
                    <a:pt x="336" y="605"/>
                    <a:pt x="336" y="603"/>
                    <a:pt x="336" y="602"/>
                  </a:cubicBezTo>
                  <a:cubicBezTo>
                    <a:pt x="336" y="570"/>
                    <a:pt x="336" y="570"/>
                    <a:pt x="336" y="570"/>
                  </a:cubicBezTo>
                  <a:cubicBezTo>
                    <a:pt x="325" y="559"/>
                    <a:pt x="304" y="532"/>
                    <a:pt x="317" y="504"/>
                  </a:cubicBezTo>
                  <a:cubicBezTo>
                    <a:pt x="324" y="489"/>
                    <a:pt x="339" y="470"/>
                    <a:pt x="370" y="470"/>
                  </a:cubicBezTo>
                  <a:cubicBezTo>
                    <a:pt x="404" y="470"/>
                    <a:pt x="394" y="479"/>
                    <a:pt x="426" y="479"/>
                  </a:cubicBezTo>
                  <a:cubicBezTo>
                    <a:pt x="429" y="479"/>
                    <a:pt x="419" y="490"/>
                    <a:pt x="417" y="497"/>
                  </a:cubicBezTo>
                  <a:cubicBezTo>
                    <a:pt x="417" y="497"/>
                    <a:pt x="417" y="497"/>
                    <a:pt x="417" y="497"/>
                  </a:cubicBezTo>
                  <a:cubicBezTo>
                    <a:pt x="417" y="497"/>
                    <a:pt x="416" y="497"/>
                    <a:pt x="415" y="497"/>
                  </a:cubicBezTo>
                  <a:cubicBezTo>
                    <a:pt x="416" y="501"/>
                    <a:pt x="416" y="509"/>
                    <a:pt x="417" y="512"/>
                  </a:cubicBezTo>
                  <a:cubicBezTo>
                    <a:pt x="418" y="514"/>
                    <a:pt x="419" y="517"/>
                    <a:pt x="419" y="520"/>
                  </a:cubicBezTo>
                  <a:cubicBezTo>
                    <a:pt x="420" y="522"/>
                    <a:pt x="420" y="524"/>
                    <a:pt x="421" y="525"/>
                  </a:cubicBezTo>
                  <a:cubicBezTo>
                    <a:pt x="422" y="530"/>
                    <a:pt x="424" y="534"/>
                    <a:pt x="426" y="535"/>
                  </a:cubicBezTo>
                  <a:cubicBezTo>
                    <a:pt x="426" y="536"/>
                    <a:pt x="427" y="536"/>
                    <a:pt x="427" y="537"/>
                  </a:cubicBezTo>
                  <a:cubicBezTo>
                    <a:pt x="431" y="541"/>
                    <a:pt x="434" y="545"/>
                    <a:pt x="433" y="548"/>
                  </a:cubicBezTo>
                  <a:close/>
                  <a:moveTo>
                    <a:pt x="460" y="176"/>
                  </a:moveTo>
                  <a:cubicBezTo>
                    <a:pt x="570" y="287"/>
                    <a:pt x="570" y="287"/>
                    <a:pt x="570" y="287"/>
                  </a:cubicBezTo>
                  <a:cubicBezTo>
                    <a:pt x="570" y="556"/>
                    <a:pt x="570" y="556"/>
                    <a:pt x="570" y="556"/>
                  </a:cubicBezTo>
                  <a:cubicBezTo>
                    <a:pt x="565" y="550"/>
                    <a:pt x="565" y="550"/>
                    <a:pt x="565" y="550"/>
                  </a:cubicBezTo>
                  <a:cubicBezTo>
                    <a:pt x="561" y="546"/>
                    <a:pt x="556" y="544"/>
                    <a:pt x="550" y="544"/>
                  </a:cubicBezTo>
                  <a:cubicBezTo>
                    <a:pt x="545" y="544"/>
                    <a:pt x="540" y="546"/>
                    <a:pt x="536" y="550"/>
                  </a:cubicBezTo>
                  <a:cubicBezTo>
                    <a:pt x="535" y="550"/>
                    <a:pt x="535" y="550"/>
                    <a:pt x="535" y="550"/>
                  </a:cubicBezTo>
                  <a:cubicBezTo>
                    <a:pt x="527" y="558"/>
                    <a:pt x="527" y="571"/>
                    <a:pt x="534" y="579"/>
                  </a:cubicBezTo>
                  <a:cubicBezTo>
                    <a:pt x="534" y="579"/>
                    <a:pt x="534" y="579"/>
                    <a:pt x="534" y="579"/>
                  </a:cubicBezTo>
                  <a:cubicBezTo>
                    <a:pt x="575" y="621"/>
                    <a:pt x="575" y="621"/>
                    <a:pt x="575" y="621"/>
                  </a:cubicBezTo>
                  <a:cubicBezTo>
                    <a:pt x="579" y="625"/>
                    <a:pt x="585" y="627"/>
                    <a:pt x="591" y="627"/>
                  </a:cubicBezTo>
                  <a:cubicBezTo>
                    <a:pt x="591" y="627"/>
                    <a:pt x="591" y="627"/>
                    <a:pt x="591" y="627"/>
                  </a:cubicBezTo>
                  <a:cubicBezTo>
                    <a:pt x="598" y="627"/>
                    <a:pt x="604" y="624"/>
                    <a:pt x="608" y="619"/>
                  </a:cubicBezTo>
                  <a:cubicBezTo>
                    <a:pt x="647" y="581"/>
                    <a:pt x="647" y="581"/>
                    <a:pt x="647" y="581"/>
                  </a:cubicBezTo>
                  <a:cubicBezTo>
                    <a:pt x="651" y="577"/>
                    <a:pt x="653" y="573"/>
                    <a:pt x="653" y="567"/>
                  </a:cubicBezTo>
                  <a:cubicBezTo>
                    <a:pt x="653" y="562"/>
                    <a:pt x="652" y="556"/>
                    <a:pt x="648" y="552"/>
                  </a:cubicBezTo>
                  <a:cubicBezTo>
                    <a:pt x="647" y="551"/>
                    <a:pt x="647" y="551"/>
                    <a:pt x="647" y="551"/>
                  </a:cubicBezTo>
                  <a:cubicBezTo>
                    <a:pt x="643" y="547"/>
                    <a:pt x="638" y="545"/>
                    <a:pt x="632" y="545"/>
                  </a:cubicBezTo>
                  <a:cubicBezTo>
                    <a:pt x="627" y="545"/>
                    <a:pt x="621" y="547"/>
                    <a:pt x="618" y="551"/>
                  </a:cubicBezTo>
                  <a:cubicBezTo>
                    <a:pt x="612" y="557"/>
                    <a:pt x="612" y="557"/>
                    <a:pt x="612" y="557"/>
                  </a:cubicBezTo>
                  <a:cubicBezTo>
                    <a:pt x="612" y="278"/>
                    <a:pt x="612" y="278"/>
                    <a:pt x="612" y="278"/>
                  </a:cubicBezTo>
                  <a:cubicBezTo>
                    <a:pt x="612" y="273"/>
                    <a:pt x="610" y="268"/>
                    <a:pt x="607" y="264"/>
                  </a:cubicBezTo>
                  <a:cubicBezTo>
                    <a:pt x="606" y="264"/>
                    <a:pt x="606" y="264"/>
                    <a:pt x="606" y="264"/>
                  </a:cubicBezTo>
                  <a:cubicBezTo>
                    <a:pt x="496" y="153"/>
                    <a:pt x="496" y="153"/>
                    <a:pt x="496" y="153"/>
                  </a:cubicBezTo>
                  <a:cubicBezTo>
                    <a:pt x="496" y="21"/>
                    <a:pt x="496" y="21"/>
                    <a:pt x="496" y="21"/>
                  </a:cubicBezTo>
                  <a:cubicBezTo>
                    <a:pt x="496" y="9"/>
                    <a:pt x="486" y="0"/>
                    <a:pt x="475" y="0"/>
                  </a:cubicBezTo>
                  <a:cubicBezTo>
                    <a:pt x="463" y="0"/>
                    <a:pt x="454" y="9"/>
                    <a:pt x="454" y="21"/>
                  </a:cubicBezTo>
                  <a:cubicBezTo>
                    <a:pt x="454" y="162"/>
                    <a:pt x="454" y="162"/>
                    <a:pt x="454" y="162"/>
                  </a:cubicBezTo>
                  <a:cubicBezTo>
                    <a:pt x="454" y="168"/>
                    <a:pt x="457" y="173"/>
                    <a:pt x="460" y="176"/>
                  </a:cubicBezTo>
                  <a:close/>
                  <a:moveTo>
                    <a:pt x="91" y="590"/>
                  </a:moveTo>
                  <a:cubicBezTo>
                    <a:pt x="95" y="594"/>
                    <a:pt x="100" y="596"/>
                    <a:pt x="107" y="596"/>
                  </a:cubicBezTo>
                  <a:cubicBezTo>
                    <a:pt x="107" y="596"/>
                    <a:pt x="107" y="596"/>
                    <a:pt x="107" y="596"/>
                  </a:cubicBezTo>
                  <a:cubicBezTo>
                    <a:pt x="114" y="596"/>
                    <a:pt x="120" y="593"/>
                    <a:pt x="124" y="587"/>
                  </a:cubicBezTo>
                  <a:cubicBezTo>
                    <a:pt x="163" y="550"/>
                    <a:pt x="163" y="550"/>
                    <a:pt x="163" y="550"/>
                  </a:cubicBezTo>
                  <a:cubicBezTo>
                    <a:pt x="167" y="546"/>
                    <a:pt x="169" y="541"/>
                    <a:pt x="169" y="536"/>
                  </a:cubicBezTo>
                  <a:cubicBezTo>
                    <a:pt x="169" y="530"/>
                    <a:pt x="167" y="525"/>
                    <a:pt x="163" y="520"/>
                  </a:cubicBezTo>
                  <a:cubicBezTo>
                    <a:pt x="159" y="516"/>
                    <a:pt x="154" y="514"/>
                    <a:pt x="148" y="514"/>
                  </a:cubicBezTo>
                  <a:cubicBezTo>
                    <a:pt x="143" y="514"/>
                    <a:pt x="137" y="516"/>
                    <a:pt x="133" y="520"/>
                  </a:cubicBezTo>
                  <a:cubicBezTo>
                    <a:pt x="128" y="526"/>
                    <a:pt x="128" y="526"/>
                    <a:pt x="128" y="526"/>
                  </a:cubicBezTo>
                  <a:cubicBezTo>
                    <a:pt x="128" y="380"/>
                    <a:pt x="128" y="380"/>
                    <a:pt x="128" y="380"/>
                  </a:cubicBezTo>
                  <a:cubicBezTo>
                    <a:pt x="289" y="220"/>
                    <a:pt x="289" y="220"/>
                    <a:pt x="289" y="220"/>
                  </a:cubicBezTo>
                  <a:cubicBezTo>
                    <a:pt x="293" y="216"/>
                    <a:pt x="295" y="211"/>
                    <a:pt x="295" y="205"/>
                  </a:cubicBezTo>
                  <a:cubicBezTo>
                    <a:pt x="295" y="21"/>
                    <a:pt x="295" y="21"/>
                    <a:pt x="295" y="21"/>
                  </a:cubicBezTo>
                  <a:cubicBezTo>
                    <a:pt x="295" y="9"/>
                    <a:pt x="286" y="0"/>
                    <a:pt x="274" y="0"/>
                  </a:cubicBezTo>
                  <a:cubicBezTo>
                    <a:pt x="263" y="0"/>
                    <a:pt x="253" y="9"/>
                    <a:pt x="253" y="21"/>
                  </a:cubicBezTo>
                  <a:cubicBezTo>
                    <a:pt x="253" y="197"/>
                    <a:pt x="253" y="197"/>
                    <a:pt x="253" y="197"/>
                  </a:cubicBezTo>
                  <a:cubicBezTo>
                    <a:pt x="92" y="357"/>
                    <a:pt x="92" y="357"/>
                    <a:pt x="92" y="357"/>
                  </a:cubicBezTo>
                  <a:cubicBezTo>
                    <a:pt x="88" y="361"/>
                    <a:pt x="86" y="366"/>
                    <a:pt x="86" y="372"/>
                  </a:cubicBezTo>
                  <a:cubicBezTo>
                    <a:pt x="86" y="525"/>
                    <a:pt x="86" y="525"/>
                    <a:pt x="86" y="525"/>
                  </a:cubicBezTo>
                  <a:cubicBezTo>
                    <a:pt x="81" y="519"/>
                    <a:pt x="81" y="519"/>
                    <a:pt x="81" y="519"/>
                  </a:cubicBezTo>
                  <a:cubicBezTo>
                    <a:pt x="76" y="515"/>
                    <a:pt x="71" y="513"/>
                    <a:pt x="66" y="513"/>
                  </a:cubicBezTo>
                  <a:cubicBezTo>
                    <a:pt x="60" y="513"/>
                    <a:pt x="56" y="515"/>
                    <a:pt x="52" y="519"/>
                  </a:cubicBezTo>
                  <a:cubicBezTo>
                    <a:pt x="51" y="519"/>
                    <a:pt x="51" y="519"/>
                    <a:pt x="51" y="519"/>
                  </a:cubicBezTo>
                  <a:cubicBezTo>
                    <a:pt x="47" y="523"/>
                    <a:pt x="45" y="528"/>
                    <a:pt x="45" y="534"/>
                  </a:cubicBezTo>
                  <a:cubicBezTo>
                    <a:pt x="45" y="540"/>
                    <a:pt x="47" y="545"/>
                    <a:pt x="51" y="548"/>
                  </a:cubicBezTo>
                  <a:lnTo>
                    <a:pt x="91" y="590"/>
                  </a:lnTo>
                  <a:close/>
                  <a:moveTo>
                    <a:pt x="317" y="345"/>
                  </a:moveTo>
                  <a:cubicBezTo>
                    <a:pt x="358" y="387"/>
                    <a:pt x="358" y="387"/>
                    <a:pt x="358" y="387"/>
                  </a:cubicBezTo>
                  <a:cubicBezTo>
                    <a:pt x="362" y="391"/>
                    <a:pt x="367" y="393"/>
                    <a:pt x="373" y="393"/>
                  </a:cubicBezTo>
                  <a:cubicBezTo>
                    <a:pt x="373" y="393"/>
                    <a:pt x="373" y="393"/>
                    <a:pt x="373" y="393"/>
                  </a:cubicBezTo>
                  <a:cubicBezTo>
                    <a:pt x="378" y="393"/>
                    <a:pt x="384" y="391"/>
                    <a:pt x="387" y="387"/>
                  </a:cubicBezTo>
                  <a:cubicBezTo>
                    <a:pt x="429" y="347"/>
                    <a:pt x="429" y="347"/>
                    <a:pt x="429" y="347"/>
                  </a:cubicBezTo>
                  <a:cubicBezTo>
                    <a:pt x="433" y="343"/>
                    <a:pt x="436" y="337"/>
                    <a:pt x="436" y="332"/>
                  </a:cubicBezTo>
                  <a:cubicBezTo>
                    <a:pt x="436" y="326"/>
                    <a:pt x="434" y="321"/>
                    <a:pt x="430" y="317"/>
                  </a:cubicBezTo>
                  <a:cubicBezTo>
                    <a:pt x="426" y="313"/>
                    <a:pt x="420" y="311"/>
                    <a:pt x="415" y="311"/>
                  </a:cubicBezTo>
                  <a:cubicBezTo>
                    <a:pt x="409" y="311"/>
                    <a:pt x="404" y="313"/>
                    <a:pt x="400" y="316"/>
                  </a:cubicBezTo>
                  <a:cubicBezTo>
                    <a:pt x="400" y="317"/>
                    <a:pt x="400" y="317"/>
                    <a:pt x="400" y="317"/>
                  </a:cubicBezTo>
                  <a:cubicBezTo>
                    <a:pt x="395" y="322"/>
                    <a:pt x="395" y="322"/>
                    <a:pt x="395" y="322"/>
                  </a:cubicBezTo>
                  <a:cubicBezTo>
                    <a:pt x="395" y="21"/>
                    <a:pt x="395" y="21"/>
                    <a:pt x="395" y="21"/>
                  </a:cubicBezTo>
                  <a:cubicBezTo>
                    <a:pt x="395" y="9"/>
                    <a:pt x="385" y="0"/>
                    <a:pt x="374" y="0"/>
                  </a:cubicBezTo>
                  <a:cubicBezTo>
                    <a:pt x="362" y="0"/>
                    <a:pt x="353" y="9"/>
                    <a:pt x="353" y="21"/>
                  </a:cubicBezTo>
                  <a:cubicBezTo>
                    <a:pt x="353" y="322"/>
                    <a:pt x="353" y="322"/>
                    <a:pt x="353" y="322"/>
                  </a:cubicBezTo>
                  <a:cubicBezTo>
                    <a:pt x="347" y="316"/>
                    <a:pt x="347" y="316"/>
                    <a:pt x="347" y="316"/>
                  </a:cubicBezTo>
                  <a:cubicBezTo>
                    <a:pt x="343" y="312"/>
                    <a:pt x="338" y="310"/>
                    <a:pt x="332" y="310"/>
                  </a:cubicBezTo>
                  <a:cubicBezTo>
                    <a:pt x="327" y="310"/>
                    <a:pt x="322" y="312"/>
                    <a:pt x="318" y="316"/>
                  </a:cubicBezTo>
                  <a:cubicBezTo>
                    <a:pt x="314" y="319"/>
                    <a:pt x="312" y="324"/>
                    <a:pt x="311" y="330"/>
                  </a:cubicBezTo>
                  <a:cubicBezTo>
                    <a:pt x="311" y="335"/>
                    <a:pt x="313" y="341"/>
                    <a:pt x="317" y="345"/>
                  </a:cubicBezTo>
                  <a:close/>
                </a:path>
              </a:pathLst>
            </a:custGeom>
            <a:solidFill>
              <a:srgbClr val="00B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5" name="Rectangle 24">
            <a:extLst>
              <a:ext uri="{FF2B5EF4-FFF2-40B4-BE49-F238E27FC236}">
                <a16:creationId xmlns:a16="http://schemas.microsoft.com/office/drawing/2014/main" id="{82D06C9C-E123-993C-DE76-5E0177B2F26A}"/>
              </a:ext>
            </a:extLst>
          </p:cNvPr>
          <p:cNvSpPr/>
          <p:nvPr/>
        </p:nvSpPr>
        <p:spPr>
          <a:xfrm>
            <a:off x="538660" y="4945053"/>
            <a:ext cx="6792777" cy="770196"/>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200" b="1" dirty="0">
                <a:solidFill>
                  <a:srgbClr val="197A56"/>
                </a:solidFill>
              </a:rPr>
              <a:t>Risks</a:t>
            </a:r>
          </a:p>
          <a:p>
            <a:pPr marL="228600" indent="-228600">
              <a:buFont typeface="+mj-lt"/>
              <a:buAutoNum type="arabicPeriod"/>
            </a:pPr>
            <a:r>
              <a:rPr lang="en-US" sz="1200" dirty="0">
                <a:solidFill>
                  <a:srgbClr val="000000"/>
                </a:solidFill>
              </a:rPr>
              <a:t>High default risk (up to 40%) in regions with underdeveloped banking and digital payment infrastructure</a:t>
            </a:r>
          </a:p>
          <a:p>
            <a:pPr marL="228600" indent="-228600">
              <a:buFont typeface="+mj-lt"/>
              <a:buAutoNum type="arabicPeriod"/>
            </a:pPr>
            <a:r>
              <a:rPr lang="en-US" sz="1200" dirty="0">
                <a:solidFill>
                  <a:srgbClr val="000000"/>
                </a:solidFill>
              </a:rPr>
              <a:t>Regulatory complexity and legacy operations may delay rollout and exceed cost projections</a:t>
            </a:r>
          </a:p>
        </p:txBody>
      </p:sp>
      <p:sp>
        <p:nvSpPr>
          <p:cNvPr id="26" name="Rectangle 25">
            <a:extLst>
              <a:ext uri="{FF2B5EF4-FFF2-40B4-BE49-F238E27FC236}">
                <a16:creationId xmlns:a16="http://schemas.microsoft.com/office/drawing/2014/main" id="{78AC3ED1-2CB9-6112-FC41-C590185CA45B}"/>
              </a:ext>
            </a:extLst>
          </p:cNvPr>
          <p:cNvSpPr/>
          <p:nvPr/>
        </p:nvSpPr>
        <p:spPr>
          <a:xfrm>
            <a:off x="564311" y="5703109"/>
            <a:ext cx="7581283" cy="617930"/>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200" b="1" dirty="0">
                <a:solidFill>
                  <a:srgbClr val="197A56"/>
                </a:solidFill>
              </a:rPr>
              <a:t>Risk Mitigation</a:t>
            </a:r>
          </a:p>
          <a:p>
            <a:pPr marL="228600" indent="-228600">
              <a:buFont typeface="+mj-lt"/>
              <a:buAutoNum type="arabicPeriod"/>
            </a:pPr>
            <a:r>
              <a:rPr lang="en-US" sz="1200" dirty="0">
                <a:solidFill>
                  <a:srgbClr val="000000"/>
                </a:solidFill>
              </a:rPr>
              <a:t>Pilot in high-readiness markets first (North America, W. Europe); expand only after default benchmarks are met</a:t>
            </a:r>
          </a:p>
          <a:p>
            <a:pPr marL="228600" indent="-228600">
              <a:buFont typeface="+mj-lt"/>
              <a:buAutoNum type="arabicPeriod"/>
            </a:pPr>
            <a:r>
              <a:rPr lang="en-US" sz="1200" dirty="0">
                <a:solidFill>
                  <a:srgbClr val="000000"/>
                </a:solidFill>
              </a:rPr>
              <a:t>Partner with established financial institutions to manage credit risk and streamline regional compliance</a:t>
            </a:r>
          </a:p>
        </p:txBody>
      </p:sp>
      <p:sp>
        <p:nvSpPr>
          <p:cNvPr id="30" name="Rectangle 29">
            <a:extLst>
              <a:ext uri="{FF2B5EF4-FFF2-40B4-BE49-F238E27FC236}">
                <a16:creationId xmlns:a16="http://schemas.microsoft.com/office/drawing/2014/main" id="{DA675FFF-414F-452C-32AB-71F55306C918}"/>
              </a:ext>
            </a:extLst>
          </p:cNvPr>
          <p:cNvSpPr/>
          <p:nvPr/>
        </p:nvSpPr>
        <p:spPr>
          <a:xfrm>
            <a:off x="8291486" y="4879723"/>
            <a:ext cx="2902494" cy="306910"/>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r>
              <a:rPr lang="en-US" sz="1200" b="1" dirty="0">
                <a:solidFill>
                  <a:srgbClr val="197A56"/>
                </a:solidFill>
              </a:rPr>
              <a:t>Phased Implementation Roadmap</a:t>
            </a:r>
            <a:endParaRPr lang="en-US" sz="1200" dirty="0">
              <a:solidFill>
                <a:srgbClr val="197A56"/>
              </a:solidFill>
            </a:endParaRPr>
          </a:p>
        </p:txBody>
      </p:sp>
      <p:sp>
        <p:nvSpPr>
          <p:cNvPr id="28" name="Oval 20">
            <a:extLst>
              <a:ext uri="{FF2B5EF4-FFF2-40B4-BE49-F238E27FC236}">
                <a16:creationId xmlns:a16="http://schemas.microsoft.com/office/drawing/2014/main" id="{99613F61-0137-9304-A13C-80C13F97032B}"/>
              </a:ext>
            </a:extLst>
          </p:cNvPr>
          <p:cNvSpPr>
            <a:spLocks noChangeAspect="1" noChangeArrowheads="1"/>
          </p:cNvSpPr>
          <p:nvPr/>
        </p:nvSpPr>
        <p:spPr bwMode="auto">
          <a:xfrm>
            <a:off x="8640207" y="5307810"/>
            <a:ext cx="306910" cy="306910"/>
          </a:xfrm>
          <a:prstGeom prst="ellipse">
            <a:avLst/>
          </a:prstGeom>
          <a:solidFill>
            <a:srgbClr val="21BF61">
              <a:lumMod val="100000"/>
            </a:srgbClr>
          </a:solidFill>
          <a:ln>
            <a:noFill/>
          </a:ln>
        </p:spPr>
        <p:txBody>
          <a:bodyPr vert="horz" wrap="square" lIns="0" tIns="0" rIns="0" bIns="0" numCol="1" anchor="ctr" anchorCtr="0" compatLnSpc="1">
            <a:prstTxWarp prst="textNoShape">
              <a:avLst/>
            </a:prstTxWarp>
          </a:bodyPr>
          <a:lstStyle/>
          <a:p>
            <a:pPr algn="ctr"/>
            <a:r>
              <a:rPr lang="en-US" sz="1200" dirty="0">
                <a:solidFill>
                  <a:srgbClr val="FFFFFF">
                    <a:lumMod val="100000"/>
                  </a:srgbClr>
                </a:solidFill>
                <a:latin typeface="Henderson BCG Sans" panose="020B0502030402020204" pitchFamily="34" charset="0"/>
              </a:rPr>
              <a:t>1</a:t>
            </a:r>
          </a:p>
        </p:txBody>
      </p:sp>
      <p:sp>
        <p:nvSpPr>
          <p:cNvPr id="29" name="Oval 20">
            <a:extLst>
              <a:ext uri="{FF2B5EF4-FFF2-40B4-BE49-F238E27FC236}">
                <a16:creationId xmlns:a16="http://schemas.microsoft.com/office/drawing/2014/main" id="{7F3993DB-1BDC-22D1-BBAA-D728BD134721}"/>
              </a:ext>
            </a:extLst>
          </p:cNvPr>
          <p:cNvSpPr>
            <a:spLocks noChangeAspect="1" noChangeArrowheads="1"/>
          </p:cNvSpPr>
          <p:nvPr/>
        </p:nvSpPr>
        <p:spPr bwMode="auto">
          <a:xfrm>
            <a:off x="8640207" y="5783302"/>
            <a:ext cx="306910" cy="306910"/>
          </a:xfrm>
          <a:prstGeom prst="ellipse">
            <a:avLst/>
          </a:prstGeom>
          <a:solidFill>
            <a:srgbClr val="21BF61">
              <a:lumMod val="100000"/>
            </a:srgbClr>
          </a:solidFill>
          <a:ln>
            <a:noFill/>
          </a:ln>
        </p:spPr>
        <p:txBody>
          <a:bodyPr vert="horz" wrap="square" lIns="0" tIns="0" rIns="0" bIns="0" numCol="1" anchor="ctr" anchorCtr="0" compatLnSpc="1">
            <a:prstTxWarp prst="textNoShape">
              <a:avLst/>
            </a:prstTxWarp>
          </a:bodyPr>
          <a:lstStyle/>
          <a:p>
            <a:pPr algn="ctr"/>
            <a:r>
              <a:rPr lang="en-US" sz="1200" dirty="0">
                <a:solidFill>
                  <a:srgbClr val="FFFFFF">
                    <a:lumMod val="100000"/>
                  </a:srgbClr>
                </a:solidFill>
                <a:latin typeface="Henderson BCG Sans" panose="020B0502030402020204" pitchFamily="34" charset="0"/>
              </a:rPr>
              <a:t>2</a:t>
            </a:r>
          </a:p>
        </p:txBody>
      </p:sp>
      <p:sp>
        <p:nvSpPr>
          <p:cNvPr id="31" name="Oval 20">
            <a:extLst>
              <a:ext uri="{FF2B5EF4-FFF2-40B4-BE49-F238E27FC236}">
                <a16:creationId xmlns:a16="http://schemas.microsoft.com/office/drawing/2014/main" id="{2B7F09A8-3138-0CF7-A316-9F4EA5DF2E1F}"/>
              </a:ext>
            </a:extLst>
          </p:cNvPr>
          <p:cNvSpPr>
            <a:spLocks noChangeAspect="1" noChangeArrowheads="1"/>
          </p:cNvSpPr>
          <p:nvPr/>
        </p:nvSpPr>
        <p:spPr bwMode="auto">
          <a:xfrm>
            <a:off x="8641905" y="6176776"/>
            <a:ext cx="306910" cy="306910"/>
          </a:xfrm>
          <a:prstGeom prst="ellipse">
            <a:avLst/>
          </a:prstGeom>
          <a:solidFill>
            <a:srgbClr val="21BF61">
              <a:lumMod val="100000"/>
            </a:srgbClr>
          </a:solidFill>
          <a:ln>
            <a:noFill/>
          </a:ln>
        </p:spPr>
        <p:txBody>
          <a:bodyPr vert="horz" wrap="square" lIns="0" tIns="0" rIns="0" bIns="0" numCol="1" anchor="ctr" anchorCtr="0" compatLnSpc="1">
            <a:prstTxWarp prst="textNoShape">
              <a:avLst/>
            </a:prstTxWarp>
          </a:bodyPr>
          <a:lstStyle/>
          <a:p>
            <a:pPr algn="ctr"/>
            <a:r>
              <a:rPr lang="en-US" sz="1200" dirty="0">
                <a:solidFill>
                  <a:srgbClr val="FFFFFF">
                    <a:lumMod val="100000"/>
                  </a:srgbClr>
                </a:solidFill>
                <a:latin typeface="Henderson BCG Sans" panose="020B0502030402020204" pitchFamily="34" charset="0"/>
              </a:rPr>
              <a:t>3</a:t>
            </a:r>
          </a:p>
        </p:txBody>
      </p:sp>
      <p:sp>
        <p:nvSpPr>
          <p:cNvPr id="6" name="Rectangle 5">
            <a:extLst>
              <a:ext uri="{FF2B5EF4-FFF2-40B4-BE49-F238E27FC236}">
                <a16:creationId xmlns:a16="http://schemas.microsoft.com/office/drawing/2014/main" id="{EFFC1806-B73E-5AA2-A388-E9653A88F182}"/>
              </a:ext>
            </a:extLst>
          </p:cNvPr>
          <p:cNvSpPr/>
          <p:nvPr/>
        </p:nvSpPr>
        <p:spPr>
          <a:xfrm>
            <a:off x="10088782" y="5185049"/>
            <a:ext cx="1766773" cy="429671"/>
          </a:xfrm>
          <a:prstGeom prst="rect">
            <a:avLst/>
          </a:prstGeom>
          <a:solidFill>
            <a:srgbClr val="FFFFFF"/>
          </a:solidFill>
          <a:ln w="9525" cap="rnd" cmpd="sng" algn="ctr">
            <a:solidFill>
              <a:srgbClr val="696969"/>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700" dirty="0">
                <a:solidFill>
                  <a:srgbClr val="000000"/>
                </a:solidFill>
              </a:rPr>
              <a:t>Conduct pilot feasibility study; finalize plan tiers (0% and low-interest); select financial institution partners</a:t>
            </a:r>
          </a:p>
        </p:txBody>
      </p:sp>
      <p:sp>
        <p:nvSpPr>
          <p:cNvPr id="7" name="Rectangle 6">
            <a:extLst>
              <a:ext uri="{FF2B5EF4-FFF2-40B4-BE49-F238E27FC236}">
                <a16:creationId xmlns:a16="http://schemas.microsoft.com/office/drawing/2014/main" id="{DBA21093-4E4E-C543-37C1-8123FD769F13}"/>
              </a:ext>
            </a:extLst>
          </p:cNvPr>
          <p:cNvSpPr/>
          <p:nvPr/>
        </p:nvSpPr>
        <p:spPr>
          <a:xfrm>
            <a:off x="10088782" y="6207067"/>
            <a:ext cx="1766773" cy="429670"/>
          </a:xfrm>
          <a:prstGeom prst="rect">
            <a:avLst/>
          </a:prstGeom>
          <a:solidFill>
            <a:srgbClr val="FFFFFF"/>
          </a:solidFill>
          <a:ln w="9525" cap="rnd" cmpd="sng" algn="ctr">
            <a:solidFill>
              <a:srgbClr val="696969"/>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700" dirty="0">
                <a:solidFill>
                  <a:srgbClr val="000000"/>
                </a:solidFill>
              </a:rPr>
              <a:t>Launch pilot in 2–3 high-readiness markets; build digital onboarding and payment infrastructure</a:t>
            </a:r>
          </a:p>
        </p:txBody>
      </p:sp>
      <p:sp>
        <p:nvSpPr>
          <p:cNvPr id="11" name="Rectangle 10">
            <a:extLst>
              <a:ext uri="{FF2B5EF4-FFF2-40B4-BE49-F238E27FC236}">
                <a16:creationId xmlns:a16="http://schemas.microsoft.com/office/drawing/2014/main" id="{7EF72441-7F9C-F8DB-B644-2F98820C1C76}"/>
              </a:ext>
            </a:extLst>
          </p:cNvPr>
          <p:cNvSpPr/>
          <p:nvPr/>
        </p:nvSpPr>
        <p:spPr>
          <a:xfrm>
            <a:off x="10088782" y="5703109"/>
            <a:ext cx="1766773" cy="394302"/>
          </a:xfrm>
          <a:prstGeom prst="rect">
            <a:avLst/>
          </a:prstGeom>
          <a:solidFill>
            <a:srgbClr val="FFFFFF"/>
          </a:solidFill>
          <a:ln w="9525" cap="rnd" cmpd="sng" algn="ctr">
            <a:solidFill>
              <a:srgbClr val="696969"/>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700" dirty="0">
                <a:solidFill>
                  <a:srgbClr val="000000"/>
                </a:solidFill>
              </a:rPr>
              <a:t>Evaluate pilot metrics; scale globally; introduce loyalty upgrade incentives for returning customers</a:t>
            </a:r>
          </a:p>
        </p:txBody>
      </p:sp>
      <p:cxnSp>
        <p:nvCxnSpPr>
          <p:cNvPr id="13" name="Straight Connector 12">
            <a:extLst>
              <a:ext uri="{FF2B5EF4-FFF2-40B4-BE49-F238E27FC236}">
                <a16:creationId xmlns:a16="http://schemas.microsoft.com/office/drawing/2014/main" id="{1581333A-DA50-1B06-B2E0-A9F0D7F4FF21}"/>
              </a:ext>
            </a:extLst>
          </p:cNvPr>
          <p:cNvCxnSpPr/>
          <p:nvPr/>
        </p:nvCxnSpPr>
        <p:spPr>
          <a:xfrm>
            <a:off x="9965367" y="4718673"/>
            <a:ext cx="0" cy="1082461"/>
          </a:xfrm>
          <a:prstGeom prst="line">
            <a:avLst/>
          </a:prstGeom>
          <a:ln w="9525" cap="rnd">
            <a:solidFill>
              <a:srgbClr val="9A9A9A"/>
            </a:solidFill>
            <a:prstDash val="solid"/>
            <a:round/>
          </a:ln>
        </p:spPr>
        <p:style>
          <a:lnRef idx="1">
            <a:schemeClr val="accent1"/>
          </a:lnRef>
          <a:fillRef idx="0">
            <a:schemeClr val="accent1"/>
          </a:fillRef>
          <a:effectRef idx="0">
            <a:schemeClr val="accent1"/>
          </a:effectRef>
          <a:fontRef idx="minor">
            <a:schemeClr val="tx1"/>
          </a:fontRef>
        </p:style>
      </p:cxnSp>
      <p:sp>
        <p:nvSpPr>
          <p:cNvPr id="39" name="Right Triangle 38">
            <a:extLst>
              <a:ext uri="{FF2B5EF4-FFF2-40B4-BE49-F238E27FC236}">
                <a16:creationId xmlns:a16="http://schemas.microsoft.com/office/drawing/2014/main" id="{78FD93BB-FB55-532E-E109-5FAA0F417698}"/>
              </a:ext>
            </a:extLst>
          </p:cNvPr>
          <p:cNvSpPr/>
          <p:nvPr/>
        </p:nvSpPr>
        <p:spPr>
          <a:xfrm flipH="1">
            <a:off x="7873107" y="4121411"/>
            <a:ext cx="377494" cy="272065"/>
          </a:xfrm>
          <a:prstGeom prst="rtTriangle">
            <a:avLst/>
          </a:prstGeom>
          <a:solidFill>
            <a:srgbClr val="9A9A9A"/>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40" name="Right Triangle 39">
            <a:extLst>
              <a:ext uri="{FF2B5EF4-FFF2-40B4-BE49-F238E27FC236}">
                <a16:creationId xmlns:a16="http://schemas.microsoft.com/office/drawing/2014/main" id="{CE35569C-5D99-786D-9100-F73D633FC0B0}"/>
              </a:ext>
            </a:extLst>
          </p:cNvPr>
          <p:cNvSpPr/>
          <p:nvPr/>
        </p:nvSpPr>
        <p:spPr>
          <a:xfrm flipH="1" flipV="1">
            <a:off x="7873107" y="5963136"/>
            <a:ext cx="377494" cy="272065"/>
          </a:xfrm>
          <a:prstGeom prst="rtTriangle">
            <a:avLst/>
          </a:prstGeom>
          <a:solidFill>
            <a:srgbClr val="9A9A9A"/>
          </a:solidFill>
          <a:ln w="9525" cap="rnd" cmpd="sng" algn="ctr">
            <a:solidFill>
              <a:srgbClr val="9A9A9A"/>
            </a:solid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12" name="Rectangle 11">
            <a:extLst>
              <a:ext uri="{FF2B5EF4-FFF2-40B4-BE49-F238E27FC236}">
                <a16:creationId xmlns:a16="http://schemas.microsoft.com/office/drawing/2014/main" id="{BE291BE4-AFF6-A44A-2CAD-32408F8C1DC2}"/>
              </a:ext>
            </a:extLst>
          </p:cNvPr>
          <p:cNvSpPr/>
          <p:nvPr/>
        </p:nvSpPr>
        <p:spPr>
          <a:xfrm>
            <a:off x="8947117" y="5328474"/>
            <a:ext cx="1084350" cy="306910"/>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200" dirty="0">
                <a:solidFill>
                  <a:srgbClr val="000000"/>
                </a:solidFill>
              </a:rPr>
              <a:t>0-3 Months</a:t>
            </a:r>
          </a:p>
        </p:txBody>
      </p:sp>
      <p:sp>
        <p:nvSpPr>
          <p:cNvPr id="38" name="Rectangle 37">
            <a:extLst>
              <a:ext uri="{FF2B5EF4-FFF2-40B4-BE49-F238E27FC236}">
                <a16:creationId xmlns:a16="http://schemas.microsoft.com/office/drawing/2014/main" id="{1FE30018-9584-C023-CC3D-8370AC1159D0}"/>
              </a:ext>
            </a:extLst>
          </p:cNvPr>
          <p:cNvSpPr/>
          <p:nvPr/>
        </p:nvSpPr>
        <p:spPr>
          <a:xfrm>
            <a:off x="9004432" y="5799550"/>
            <a:ext cx="1084350" cy="306910"/>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200" dirty="0">
                <a:solidFill>
                  <a:srgbClr val="000000"/>
                </a:solidFill>
              </a:rPr>
              <a:t>3-6 Months</a:t>
            </a:r>
          </a:p>
        </p:txBody>
      </p:sp>
      <p:sp>
        <p:nvSpPr>
          <p:cNvPr id="46" name="Rectangle 45">
            <a:extLst>
              <a:ext uri="{FF2B5EF4-FFF2-40B4-BE49-F238E27FC236}">
                <a16:creationId xmlns:a16="http://schemas.microsoft.com/office/drawing/2014/main" id="{0723D5B6-BEC2-7764-8FF1-9FFA2FFB3746}"/>
              </a:ext>
            </a:extLst>
          </p:cNvPr>
          <p:cNvSpPr/>
          <p:nvPr/>
        </p:nvSpPr>
        <p:spPr>
          <a:xfrm>
            <a:off x="8956792" y="6202852"/>
            <a:ext cx="1084350" cy="306910"/>
          </a:xfrm>
          <a:prstGeom prst="rect">
            <a:avLst/>
          </a:prstGeom>
          <a:noFill/>
          <a:ln w="9525" cap="rnd"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rnd" cmpd="sng" algn="ctr">
                <a:solidFill>
                  <a:srgbClr val="2C2C2C"/>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1200" dirty="0">
                <a:solidFill>
                  <a:srgbClr val="000000"/>
                </a:solidFill>
              </a:rPr>
              <a:t>6-12 Months</a:t>
            </a:r>
          </a:p>
        </p:txBody>
      </p:sp>
    </p:spTree>
    <p:extLst>
      <p:ext uri="{BB962C8B-B14F-4D97-AF65-F5344CB8AC3E}">
        <p14:creationId xmlns:p14="http://schemas.microsoft.com/office/powerpoint/2010/main" val="1463983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EE4P_STYLE_ID" val="39dcc26a-7131-49f4-a9eb-1c0521500c03"/>
  <p:tag name="THINKCELLPRESENTATIONDONOTDELETE" val="&lt;?xml version=&quot;1.0&quot; encoding=&quot;UTF-16&quot; standalone=&quot;yes&quot;?&gt;&lt;root reqver=&quot;23045&quot;&gt;&lt;version val=&quot;24188&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0&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m/%#d/%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0&quot;/&gt;&lt;/m_mruColor&gt;&lt;m_eweekdayFirstOfWeek val=&quot;1&quot;/&gt;&lt;m_eweekdayFirstOfWorkweek val=&quot;2&quot;/&gt;&lt;m_eweekdayFirstOfWeekend val=&quot;7&quot;/&gt;&lt;/CPresentation&gt;&lt;/root&gt;"/>
  <p:tag name="EE4P_MASTERWIZARD_DRAFT" val="0"/>
  <p:tag name="EE4P_LANGUAGE_ID" val="1033"/>
  <p:tag name="EE4P_MASTERWIZARD_MARGINS" val="0"/>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5.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1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2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3.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37.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38.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3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5.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6.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7.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1.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2.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3.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EE4P_MASTERWIZARD" val="TitleAndEndImages"/>
</p:tagLst>
</file>

<file path=ppt/tags/tag67.xml><?xml version="1.0" encoding="utf-8"?>
<p:tagLst xmlns:a="http://schemas.openxmlformats.org/drawingml/2006/main" xmlns:r="http://schemas.openxmlformats.org/officeDocument/2006/relationships" xmlns:p="http://schemas.openxmlformats.org/presentationml/2006/main">
  <p:tag name="EE4P_MASTERWIZARD" val="TitleAndEndLogos"/>
</p:tagLst>
</file>

<file path=ppt/tags/tag68.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EE4P_INTELLIGENT_ELEMENT" val="{Nam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4RGjgtUESheJieGFcsjDRQ"/>
</p:tagLst>
</file>

<file path=ppt/theme/theme1.xml><?xml version="1.0" encoding="utf-8"?>
<a:theme xmlns:a="http://schemas.openxmlformats.org/drawingml/2006/main" name="BCG Grid 16:9">
  <a:themeElements>
    <a:clrScheme name="The Boston Consulting Group">
      <a:dk1>
        <a:srgbClr val="575757"/>
      </a:dk1>
      <a:lt1>
        <a:sysClr val="window" lastClr="FFFFFF"/>
      </a:lt1>
      <a:dk2>
        <a:srgbClr val="29BA74"/>
      </a:dk2>
      <a:lt2>
        <a:srgbClr val="F2F2F2"/>
      </a:lt2>
      <a:accent1>
        <a:srgbClr val="03522D"/>
      </a:accent1>
      <a:accent2>
        <a:srgbClr val="197A56"/>
      </a:accent2>
      <a:accent3>
        <a:srgbClr val="D4DF33"/>
      </a:accent3>
      <a:accent4>
        <a:srgbClr val="3EAD92"/>
      </a:accent4>
      <a:accent5>
        <a:srgbClr val="6E6F73"/>
      </a:accent5>
      <a:accent6>
        <a:srgbClr val="295E7E"/>
      </a:accent6>
      <a:hlink>
        <a:srgbClr val="2E3558"/>
      </a:hlink>
      <a:folHlink>
        <a:srgbClr val="2E3558"/>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29BA74"/>
        </a:solidFill>
        <a:ln w="9525" cap="rnd" cmpd="sng" algn="ctr">
          <a:solidFill>
            <a:srgbClr val="29BA74"/>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defPPr algn="ctr">
          <a:defRPr dirty="0" err="1" smtClean="0">
            <a:solidFill>
              <a:srgbClr val="575757"/>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Presentation1" id="{9F202C15-0297-4FD9-95CD-005C6172BBB7}" vid="{593C2B70-5186-41B3-84B4-3F94B52F9FF3}"/>
    </a:ext>
  </a:extLst>
</a:theme>
</file>

<file path=ppt/theme/theme2.xml><?xml version="1.0" encoding="utf-8"?>
<a:theme xmlns:a="http://schemas.openxmlformats.org/drawingml/2006/main" name="Office Theme">
  <a:themeElements>
    <a:clrScheme name="BCG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E3558"/>
      </a:hlink>
      <a:folHlink>
        <a:srgbClr val="670F31"/>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BCG Colors 2015">
      <a:dk1>
        <a:srgbClr val="6E6F73"/>
      </a:dk1>
      <a:lt1>
        <a:sysClr val="window" lastClr="FFFFFF"/>
      </a:lt1>
      <a:dk2>
        <a:srgbClr val="2FC77E"/>
      </a:dk2>
      <a:lt2>
        <a:srgbClr val="E7E7E7"/>
      </a:lt2>
      <a:accent1>
        <a:srgbClr val="03522D"/>
      </a:accent1>
      <a:accent2>
        <a:srgbClr val="197A56"/>
      </a:accent2>
      <a:accent3>
        <a:srgbClr val="E3EE37"/>
      </a:accent3>
      <a:accent4>
        <a:srgbClr val="3EAD92"/>
      </a:accent4>
      <a:accent5>
        <a:srgbClr val="6E6F73"/>
      </a:accent5>
      <a:accent6>
        <a:srgbClr val="295E7E"/>
      </a:accent6>
      <a:hlink>
        <a:srgbClr val="2FC77E"/>
      </a:hlink>
      <a:folHlink>
        <a:srgbClr val="03522D"/>
      </a:folHlink>
    </a:clrScheme>
    <a:fontScheme name="BCG Trebuchet">
      <a:majorFont>
        <a:latin typeface="Trebuchet MS"/>
        <a:ea typeface=""/>
        <a:cs typeface=""/>
      </a:majorFont>
      <a:minorFont>
        <a:latin typeface="Trebuchet MS"/>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Reader xmlns="0991f213-3730-40e2-91ec-6de05b6aabb5" xsi:nil="true"/>
    <Region xmlns="0991f213-3730-40e2-91ec-6de05b6aabb5" xsi:nil="true"/>
    <Rec_x002f_Can xmlns="0991f213-3730-40e2-91ec-6de05b6aabb5" xsi:nil="true"/>
    <_ip_UnifiedCompliancePolicyProperties xmlns="http://schemas.microsoft.com/sharepoint/v3" xsi:nil="true"/>
    <TaxCatchAll xmlns="36d2b8e5-71dc-415e-89f3-3c8649eed760" xsi:nil="true"/>
    <lcf76f155ced4ddcb4097134ff3c332f xmlns="0991f213-3730-40e2-91ec-6de05b6aabb5">
      <Terms xmlns="http://schemas.microsoft.com/office/infopath/2007/PartnerControls"/>
    </lcf76f155ced4ddcb4097134ff3c332f>
    <Level xmlns="0991f213-3730-40e2-91ec-6de05b6aabb5" xsi:nil="true"/>
    <_Flow_SignoffStatus xmlns="0991f213-3730-40e2-91ec-6de05b6aabb5" xsi:nil="true"/>
    <Insights xmlns="0991f213-3730-40e2-91ec-6de05b6aabb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317974F467E37438C146AD78195A289" ma:contentTypeVersion="27" ma:contentTypeDescription="Create a new document." ma:contentTypeScope="" ma:versionID="e03602932086b18a40c6e416cb2a7f69">
  <xsd:schema xmlns:xsd="http://www.w3.org/2001/XMLSchema" xmlns:xs="http://www.w3.org/2001/XMLSchema" xmlns:p="http://schemas.microsoft.com/office/2006/metadata/properties" xmlns:ns1="http://schemas.microsoft.com/sharepoint/v3" xmlns:ns2="0991f213-3730-40e2-91ec-6de05b6aabb5" xmlns:ns3="36d2b8e5-71dc-415e-89f3-3c8649eed760" targetNamespace="http://schemas.microsoft.com/office/2006/metadata/properties" ma:root="true" ma:fieldsID="3833a751b348f4aa5ccc35fecd3b1d1f" ns1:_="" ns2:_="" ns3:_="">
    <xsd:import namespace="http://schemas.microsoft.com/sharepoint/v3"/>
    <xsd:import namespace="0991f213-3730-40e2-91ec-6de05b6aabb5"/>
    <xsd:import namespace="36d2b8e5-71dc-415e-89f3-3c8649eed760"/>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lcf76f155ced4ddcb4097134ff3c332f" minOccurs="0"/>
                <xsd:element ref="ns3:TaxCatchAll" minOccurs="0"/>
                <xsd:element ref="ns2:MediaServiceLocation" minOccurs="0"/>
                <xsd:element ref="ns2:MediaServiceGenerationTime" minOccurs="0"/>
                <xsd:element ref="ns2:MediaServiceEventHashCode" minOccurs="0"/>
                <xsd:element ref="ns2:MediaServiceOCR" minOccurs="0"/>
                <xsd:element ref="ns3:SharedWithUsers" minOccurs="0"/>
                <xsd:element ref="ns3:SharedWithDetails" minOccurs="0"/>
                <xsd:element ref="ns2:Reader" minOccurs="0"/>
                <xsd:element ref="ns2:Level" minOccurs="0"/>
                <xsd:element ref="ns2:Region" minOccurs="0"/>
                <xsd:element ref="ns2:Insights" minOccurs="0"/>
                <xsd:element ref="ns2:Rec_x002f_Can" minOccurs="0"/>
                <xsd:element ref="ns1:_ip_UnifiedCompliancePolicyProperties" minOccurs="0"/>
                <xsd:element ref="ns1:_ip_UnifiedCompliancePolicyUIAction" minOccurs="0"/>
                <xsd:element ref="ns2:_Flow_SignoffStatus"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8" nillable="true" ma:displayName="Unified Compliance Policy Properties" ma:hidden="true" ma:internalName="_ip_UnifiedCompliancePolicyProperties">
      <xsd:simpleType>
        <xsd:restriction base="dms:Note"/>
      </xsd:simpleType>
    </xsd:element>
    <xsd:element name="_ip_UnifiedCompliancePolicyUIAction" ma:index="29"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991f213-3730-40e2-91ec-6de05b6aabb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c1edaf98-933d-48b7-9af8-6bdbb703d060" ma:termSetId="09814cd3-568e-fe90-9814-8d621ff8fb84" ma:anchorId="fba54fb3-c3e1-fe81-a776-ca4b69148c4d" ma:open="true" ma:isKeyword="false">
      <xsd:complexType>
        <xsd:sequence>
          <xsd:element ref="pc:Terms" minOccurs="0" maxOccurs="1"/>
        </xsd:sequence>
      </xsd:complexType>
    </xsd:element>
    <xsd:element name="MediaServiceLocation" ma:index="17" nillable="true" ma:displayName="Location" ma:internalName="MediaServiceLocatio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Reader" ma:index="23" nillable="true" ma:displayName="Reader" ma:description="Who from Design team has / wants to read this item" ma:format="Dropdown" ma:internalName="Reader">
      <xsd:simpleType>
        <xsd:restriction base="dms:Text">
          <xsd:maxLength value="255"/>
        </xsd:restriction>
      </xsd:simpleType>
    </xsd:element>
    <xsd:element name="Level" ma:index="24" nillable="true" ma:displayName="Level" ma:format="Dropdown" ma:internalName="Level">
      <xsd:simpleType>
        <xsd:restriction base="dms:Choice">
          <xsd:enumeration value="Campus"/>
          <xsd:enumeration value="Industry"/>
          <xsd:enumeration value="Exec"/>
          <xsd:enumeration value="other"/>
        </xsd:restriction>
      </xsd:simpleType>
    </xsd:element>
    <xsd:element name="Region" ma:index="25" nillable="true" ma:displayName="Region" ma:format="Dropdown" ma:internalName="Region">
      <xsd:simpleType>
        <xsd:restriction base="dms:Choice">
          <xsd:enumeration value="NAMR"/>
          <xsd:enumeration value="EMESA"/>
          <xsd:enumeration value="APAC"/>
          <xsd:enumeration value="Global"/>
        </xsd:restriction>
      </xsd:simpleType>
    </xsd:element>
    <xsd:element name="Insights" ma:index="26" nillable="true" ma:displayName="Insights" ma:description="A space to capture insights and highlights from the interview, to help us find sources if needed later." ma:format="Dropdown" ma:internalName="Insights">
      <xsd:simpleType>
        <xsd:restriction base="dms:Note">
          <xsd:maxLength value="255"/>
        </xsd:restriction>
      </xsd:simpleType>
    </xsd:element>
    <xsd:element name="Rec_x002f_Can" ma:index="27" nillable="true" ma:displayName="Rec / Can" ma:format="Dropdown" ma:internalName="Rec_x002f_Can">
      <xsd:simpleType>
        <xsd:restriction base="dms:Choice">
          <xsd:enumeration value="Recruiter"/>
          <xsd:enumeration value="Candidate"/>
        </xsd:restriction>
      </xsd:simpleType>
    </xsd:element>
    <xsd:element name="_Flow_SignoffStatus" ma:index="30" nillable="true" ma:displayName="Sign-off status" ma:internalName="Sign_x002d_off_x0020_status">
      <xsd:simpleType>
        <xsd:restriction base="dms:Text"/>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32" nillable="true" ma:displayName="MediaServiceSearchProperties" ma:hidden="true" ma:internalName="MediaServiceSearchPropertie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6d2b8e5-71dc-415e-89f3-3c8649eed760" elementFormDefault="qualified">
    <xsd:import namespace="http://schemas.microsoft.com/office/2006/documentManagement/types"/>
    <xsd:import namespace="http://schemas.microsoft.com/office/infopath/2007/PartnerControls"/>
    <xsd:element name="TaxCatchAll" ma:index="16" nillable="true" ma:displayName="Taxonomy Catch All Column" ma:hidden="true" ma:list="{3f2f81cf-8db6-41f8-8a1e-7000546bd34b}" ma:internalName="TaxCatchAll" ma:showField="CatchAllData" ma:web="36d2b8e5-71dc-415e-89f3-3c8649eed760">
      <xsd:complexType>
        <xsd:complexContent>
          <xsd:extension base="dms:MultiChoiceLookup">
            <xsd:sequence>
              <xsd:element name="Value" type="dms:Lookup" maxOccurs="unbounded" minOccurs="0" nillable="true"/>
            </xsd:sequence>
          </xsd:extension>
        </xsd:complexContent>
      </xsd:complexType>
    </xsd:element>
    <xsd:element name="SharedWithUsers" ma:index="2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2416FAC-37CA-4AF3-9A4A-9E56DF196B4D}">
  <ds:schemaRefs>
    <ds:schemaRef ds:uri="http://schemas.microsoft.com/office/2006/metadata/properties"/>
    <ds:schemaRef ds:uri="http://schemas.microsoft.com/office/infopath/2007/PartnerControls"/>
    <ds:schemaRef ds:uri="http://schemas.microsoft.com/sharepoint/v3"/>
    <ds:schemaRef ds:uri="0991f213-3730-40e2-91ec-6de05b6aabb5"/>
    <ds:schemaRef ds:uri="36d2b8e5-71dc-415e-89f3-3c8649eed760"/>
  </ds:schemaRefs>
</ds:datastoreItem>
</file>

<file path=customXml/itemProps2.xml><?xml version="1.0" encoding="utf-8"?>
<ds:datastoreItem xmlns:ds="http://schemas.openxmlformats.org/officeDocument/2006/customXml" ds:itemID="{9AFEDB00-AE08-4CC7-908B-138CC2F8884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0991f213-3730-40e2-91ec-6de05b6aabb5"/>
    <ds:schemaRef ds:uri="36d2b8e5-71dc-415e-89f3-3c8649eed7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0D9CDD6-302A-4910-894A-79BA7510E5E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BCG Grid 16:9</Template>
  <TotalTime>9</TotalTime>
  <Words>338</Words>
  <Application>Microsoft Office PowerPoint</Application>
  <PresentationFormat>Widescreen</PresentationFormat>
  <Paragraphs>30</Paragraphs>
  <Slides>1</Slides>
  <Notes>0</Notes>
  <HiddenSlides>0</HiddenSlides>
  <MMClips>0</MMClips>
  <ScaleCrop>false</ScaleCrop>
  <HeadingPairs>
    <vt:vector size="10" baseType="variant">
      <vt:variant>
        <vt:lpstr>Fonts Used</vt:lpstr>
      </vt:variant>
      <vt:variant>
        <vt:i4>3</vt:i4>
      </vt:variant>
      <vt:variant>
        <vt:lpstr>Theme</vt:lpstr>
      </vt:variant>
      <vt:variant>
        <vt:i4>1</vt:i4>
      </vt:variant>
      <vt:variant>
        <vt:lpstr>Embedded OLE Servers</vt:lpstr>
      </vt:variant>
      <vt:variant>
        <vt:i4>1</vt:i4>
      </vt:variant>
      <vt:variant>
        <vt:lpstr>Slide Titles</vt:lpstr>
      </vt:variant>
      <vt:variant>
        <vt:i4>1</vt:i4>
      </vt:variant>
      <vt:variant>
        <vt:lpstr>Custom Shows</vt:lpstr>
      </vt:variant>
      <vt:variant>
        <vt:i4>1</vt:i4>
      </vt:variant>
    </vt:vector>
  </HeadingPairs>
  <TitlesOfParts>
    <vt:vector size="7" baseType="lpstr">
      <vt:lpstr>Arial</vt:lpstr>
      <vt:lpstr>Henderson BCG Sans</vt:lpstr>
      <vt:lpstr>Trebuchet MS</vt:lpstr>
      <vt:lpstr>BCG Grid 16:9</vt:lpstr>
      <vt:lpstr>think-cell Slide</vt:lpstr>
      <vt:lpstr>Increase revenue, maintain competitive advantage, and meet consumer needs through installment financing</vt:lpstr>
      <vt:lpstr>Format Guide Workshop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Scobee, Kyle</dc:creator>
  <cp:lastModifiedBy>Vishvjeet Thakur</cp:lastModifiedBy>
  <cp:revision>6</cp:revision>
  <cp:lastPrinted>2016-04-06T18:59:25Z</cp:lastPrinted>
  <dcterms:created xsi:type="dcterms:W3CDTF">2025-04-28T17:07:03Z</dcterms:created>
  <dcterms:modified xsi:type="dcterms:W3CDTF">2026-05-10T14:00:04Z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Format Name">
    <vt:lpwstr>Grid Format</vt:lpwstr>
  </property>
  <property fmtid="{D5CDD505-2E9C-101B-9397-08002B2CF9AE}" pid="3" name="NXPowerLiteLastOptimized">
    <vt:lpwstr>488649</vt:lpwstr>
  </property>
  <property fmtid="{D5CDD505-2E9C-101B-9397-08002B2CF9AE}" pid="4" name="NXPowerLiteSettings">
    <vt:lpwstr>87000AA0054001</vt:lpwstr>
  </property>
  <property fmtid="{D5CDD505-2E9C-101B-9397-08002B2CF9AE}" pid="5" name="NXPowerLiteVersion">
    <vt:lpwstr>D7.1.8</vt:lpwstr>
  </property>
  <property fmtid="{D5CDD505-2E9C-101B-9397-08002B2CF9AE}" pid="6" name="Template Name">
    <vt:lpwstr>16x9</vt:lpwstr>
  </property>
  <property fmtid="{D5CDD505-2E9C-101B-9397-08002B2CF9AE}" pid="7" name="MSIP_Label_b0d5c4f4-7a29-4385-b7a5-afbe2154ae6f_Enabled">
    <vt:lpwstr>true</vt:lpwstr>
  </property>
  <property fmtid="{D5CDD505-2E9C-101B-9397-08002B2CF9AE}" pid="8" name="MSIP_Label_b0d5c4f4-7a29-4385-b7a5-afbe2154ae6f_SetDate">
    <vt:lpwstr>2025-04-28T17:07:45Z</vt:lpwstr>
  </property>
  <property fmtid="{D5CDD505-2E9C-101B-9397-08002B2CF9AE}" pid="9" name="MSIP_Label_b0d5c4f4-7a29-4385-b7a5-afbe2154ae6f_Method">
    <vt:lpwstr>Standard</vt:lpwstr>
  </property>
  <property fmtid="{D5CDD505-2E9C-101B-9397-08002B2CF9AE}" pid="10" name="MSIP_Label_b0d5c4f4-7a29-4385-b7a5-afbe2154ae6f_Name">
    <vt:lpwstr>Confidential</vt:lpwstr>
  </property>
  <property fmtid="{D5CDD505-2E9C-101B-9397-08002B2CF9AE}" pid="11" name="MSIP_Label_b0d5c4f4-7a29-4385-b7a5-afbe2154ae6f_SiteId">
    <vt:lpwstr>2dfb2f0b-4d21-4268-9559-72926144c918</vt:lpwstr>
  </property>
  <property fmtid="{D5CDD505-2E9C-101B-9397-08002B2CF9AE}" pid="12" name="MSIP_Label_b0d5c4f4-7a29-4385-b7a5-afbe2154ae6f_ActionId">
    <vt:lpwstr>f2528353-4ad6-4815-81e0-0b5048609e13</vt:lpwstr>
  </property>
  <property fmtid="{D5CDD505-2E9C-101B-9397-08002B2CF9AE}" pid="13" name="MSIP_Label_b0d5c4f4-7a29-4385-b7a5-afbe2154ae6f_ContentBits">
    <vt:lpwstr>0</vt:lpwstr>
  </property>
  <property fmtid="{D5CDD505-2E9C-101B-9397-08002B2CF9AE}" pid="14" name="MSIP_Label_b0d5c4f4-7a29-4385-b7a5-afbe2154ae6f_Tag">
    <vt:lpwstr>50, 3, 0, 1</vt:lpwstr>
  </property>
  <property fmtid="{D5CDD505-2E9C-101B-9397-08002B2CF9AE}" pid="15" name="ContentTypeId">
    <vt:lpwstr>0x0101008317974F467E37438C146AD78195A289</vt:lpwstr>
  </property>
</Properties>
</file>